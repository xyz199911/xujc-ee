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8" r:id="rId2"/>
    <p:sldId id="257" r:id="rId3"/>
    <p:sldId id="256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12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2026/7/1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2026/7/1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2026/7/1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2026/7/1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2026/7/1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2026/7/1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2026/7/1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2026/7/1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2026/7/1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2026/7/1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2026/7/1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2026/7/1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685033" y="1613095"/>
            <a:ext cx="9144000" cy="2948247"/>
          </a:xfrm>
        </p:spPr>
        <p:txBody>
          <a:bodyPr>
            <a:normAutofit/>
          </a:bodyPr>
          <a:lstStyle/>
          <a:p>
            <a:r>
              <a:rPr lang="en-US" altLang="zh-CN" sz="8800" dirty="0"/>
              <a:t>C</a:t>
            </a:r>
            <a:r>
              <a:rPr lang="zh-CN" altLang="en-US" sz="8800" dirty="0"/>
              <a:t>语言程序设计</a:t>
            </a:r>
            <a:br>
              <a:rPr lang="en-US" altLang="zh-CN" sz="8800" dirty="0"/>
            </a:br>
            <a:r>
              <a:rPr lang="zh-CN" altLang="en-US" sz="4900" dirty="0"/>
              <a:t>贪吃蛇游戏</a:t>
            </a:r>
            <a:br>
              <a:rPr lang="en-US" altLang="zh-CN" sz="8800" dirty="0"/>
            </a:br>
            <a:endParaRPr lang="zh-CN" altLang="en-US" sz="3600" dirty="0"/>
          </a:p>
        </p:txBody>
      </p:sp>
      <p:sp>
        <p:nvSpPr>
          <p:cNvPr id="4" name="文本框 3"/>
          <p:cNvSpPr txBox="1"/>
          <p:nvPr/>
        </p:nvSpPr>
        <p:spPr>
          <a:xfrm>
            <a:off x="8146686" y="5550770"/>
            <a:ext cx="337358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/>
              <a:t>课程教师：吴凯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r="49600" b="719"/>
          <a:stretch/>
        </p:blipFill>
        <p:spPr>
          <a:xfrm>
            <a:off x="2853250" y="721198"/>
            <a:ext cx="3475121" cy="5606148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7981070" y="2780714"/>
            <a:ext cx="3770142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实践课程要求：</a:t>
            </a:r>
            <a:endParaRPr lang="en-US" altLang="zh-CN" dirty="0"/>
          </a:p>
          <a:p>
            <a:r>
              <a:rPr lang="zh-CN" altLang="en-US" dirty="0"/>
              <a:t>最后一节课验收代码</a:t>
            </a:r>
            <a:endParaRPr lang="en-US" altLang="zh-CN" dirty="0"/>
          </a:p>
          <a:p>
            <a:r>
              <a:rPr lang="zh-CN" altLang="en-US" dirty="0"/>
              <a:t>并提交一份纸质版</a:t>
            </a:r>
            <a:r>
              <a:rPr lang="en-US" altLang="zh-CN" dirty="0"/>
              <a:t>C</a:t>
            </a:r>
            <a:r>
              <a:rPr lang="zh-CN" altLang="en-US" dirty="0"/>
              <a:t>语言实践报告</a:t>
            </a:r>
            <a:endParaRPr lang="en-US" altLang="zh-CN" dirty="0"/>
          </a:p>
          <a:p>
            <a:endParaRPr lang="en-US" altLang="zh-C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: 圆角 6"/>
          <p:cNvSpPr/>
          <p:nvPr/>
        </p:nvSpPr>
        <p:spPr>
          <a:xfrm>
            <a:off x="4710546" y="1225273"/>
            <a:ext cx="6137563" cy="308263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663044" y="1476366"/>
            <a:ext cx="4720937" cy="28315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Font typeface="+mj-lt"/>
              <a:buAutoNum type="arabicPeriod"/>
            </a:pPr>
            <a:r>
              <a:rPr lang="zh-CN" altLang="en-US" sz="3200" b="0" i="0" dirty="0">
                <a:solidFill>
                  <a:srgbClr val="404040"/>
                </a:solidFill>
                <a:effectLst/>
                <a:latin typeface="quote-cjk-patch"/>
              </a:rPr>
              <a:t>游戏界面绘制</a:t>
            </a:r>
          </a:p>
          <a:p>
            <a:pPr algn="l">
              <a:buFont typeface="+mj-lt"/>
              <a:buAutoNum type="arabicPeriod"/>
            </a:pPr>
            <a:r>
              <a:rPr lang="zh-CN" altLang="en-US" sz="3200" b="0" i="0" dirty="0">
                <a:solidFill>
                  <a:srgbClr val="404040"/>
                </a:solidFill>
                <a:effectLst/>
                <a:latin typeface="quote-cjk-patch"/>
              </a:rPr>
              <a:t>蛇的移动控制</a:t>
            </a:r>
          </a:p>
          <a:p>
            <a:pPr algn="l">
              <a:buFont typeface="+mj-lt"/>
              <a:buAutoNum type="arabicPeriod"/>
            </a:pPr>
            <a:r>
              <a:rPr lang="zh-CN" altLang="en-US" sz="3200" b="0" i="0" dirty="0">
                <a:solidFill>
                  <a:srgbClr val="404040"/>
                </a:solidFill>
                <a:effectLst/>
                <a:latin typeface="quote-cjk-patch"/>
              </a:rPr>
              <a:t>食物生成和吃掉</a:t>
            </a:r>
          </a:p>
          <a:p>
            <a:pPr algn="l">
              <a:buFont typeface="+mj-lt"/>
              <a:buAutoNum type="arabicPeriod"/>
            </a:pPr>
            <a:r>
              <a:rPr lang="zh-CN" altLang="en-US" sz="3200" b="0" i="0" dirty="0">
                <a:solidFill>
                  <a:srgbClr val="404040"/>
                </a:solidFill>
                <a:effectLst/>
                <a:latin typeface="quote-cjk-patch"/>
              </a:rPr>
              <a:t>碰撞检测</a:t>
            </a:r>
          </a:p>
          <a:p>
            <a:pPr algn="l">
              <a:buFont typeface="+mj-lt"/>
              <a:buAutoNum type="arabicPeriod"/>
            </a:pPr>
            <a:r>
              <a:rPr lang="zh-CN" altLang="en-US" sz="3200" b="0" i="0" dirty="0">
                <a:solidFill>
                  <a:srgbClr val="404040"/>
                </a:solidFill>
                <a:effectLst/>
                <a:latin typeface="quote-cjk-patch"/>
              </a:rPr>
              <a:t>分数计算和速度变化</a:t>
            </a:r>
          </a:p>
          <a:p>
            <a:endParaRPr lang="zh-CN" altLang="en-US" dirty="0"/>
          </a:p>
        </p:txBody>
      </p:sp>
      <p:sp>
        <p:nvSpPr>
          <p:cNvPr id="8" name="椭圆 7"/>
          <p:cNvSpPr/>
          <p:nvPr/>
        </p:nvSpPr>
        <p:spPr>
          <a:xfrm>
            <a:off x="415636" y="1870364"/>
            <a:ext cx="3255818" cy="161405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500" dirty="0">
                <a:solidFill>
                  <a:schemeClr val="tx1"/>
                </a:solidFill>
              </a:rPr>
              <a:t>贪吃蛇实现的功能</a:t>
            </a:r>
            <a:r>
              <a:rPr lang="zh-CN" altLang="en-US" sz="2500" dirty="0"/>
              <a:t>蛇</a:t>
            </a:r>
          </a:p>
        </p:txBody>
      </p:sp>
      <p:sp>
        <p:nvSpPr>
          <p:cNvPr id="9" name="箭头: 右 8"/>
          <p:cNvSpPr/>
          <p:nvPr/>
        </p:nvSpPr>
        <p:spPr>
          <a:xfrm>
            <a:off x="3835978" y="2365664"/>
            <a:ext cx="710043" cy="623454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4662" y="259104"/>
            <a:ext cx="7979925" cy="553209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5368637" y="6074839"/>
            <a:ext cx="28817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库函数和一些变量</a:t>
            </a:r>
            <a:endParaRPr lang="en-US" altLang="zh-CN" dirty="0"/>
          </a:p>
          <a:p>
            <a:r>
              <a:rPr lang="zh-CN" altLang="en-US" dirty="0"/>
              <a:t>声明以及定义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837" y="1134547"/>
            <a:ext cx="10750114" cy="3998561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4833622" y="6012873"/>
            <a:ext cx="28817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函数和一些变量的声明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255" y="861122"/>
            <a:ext cx="10626436" cy="2894387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5103785" y="4599710"/>
            <a:ext cx="28817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光标函数定义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242" y="0"/>
            <a:ext cx="9749667" cy="685800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9310254" y="5645728"/>
            <a:ext cx="28817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画图函数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044" y="0"/>
            <a:ext cx="7428312" cy="68580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3929" y="89708"/>
            <a:ext cx="4477829" cy="4488872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8352676" y="5915892"/>
            <a:ext cx="28817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两张图合在一块是按键处理函数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437" y="0"/>
            <a:ext cx="9447418" cy="685800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9218584" y="3429000"/>
            <a:ext cx="28817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创造食物函数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373" y="476682"/>
            <a:ext cx="10753725" cy="541972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4016202" y="6130636"/>
            <a:ext cx="28817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判断游戏状态函数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122" y="414337"/>
            <a:ext cx="9096375" cy="602932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9310254" y="3934690"/>
            <a:ext cx="28817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主函数调用写的东西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698567" y="1530870"/>
            <a:ext cx="7474527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思考：贪吃蛇游戏是否有优化的空间呢</a:t>
            </a:r>
            <a:endParaRPr lang="en-US" altLang="zh-CN" dirty="0"/>
          </a:p>
          <a:p>
            <a:r>
              <a:rPr lang="en-US" altLang="zh-CN" dirty="0"/>
              <a:t>1</a:t>
            </a:r>
            <a:r>
              <a:rPr lang="zh-CN" altLang="en-US" dirty="0"/>
              <a:t>：一开始就进入游戏，是否可以加入一个界面，控制开始，让游戏体验会更好。</a:t>
            </a:r>
            <a:endParaRPr lang="en-US" altLang="zh-CN" dirty="0"/>
          </a:p>
          <a:p>
            <a:r>
              <a:rPr lang="en-US" altLang="zh-CN" dirty="0"/>
              <a:t>2</a:t>
            </a:r>
            <a:r>
              <a:rPr lang="zh-CN" altLang="en-US" dirty="0"/>
              <a:t>：游戏结束后就结束了，是否可以写一些功能，让我们能重新开始游戏。</a:t>
            </a:r>
            <a:endParaRPr lang="en-US" altLang="zh-CN" dirty="0"/>
          </a:p>
          <a:p>
            <a:r>
              <a:rPr lang="en-US" altLang="zh-CN" dirty="0"/>
              <a:t>3</a:t>
            </a:r>
            <a:r>
              <a:rPr lang="zh-CN" altLang="en-US" dirty="0"/>
              <a:t>：是否可以加入计分机制，记录最高分。</a:t>
            </a:r>
            <a:endParaRPr lang="en-US" altLang="zh-CN" dirty="0"/>
          </a:p>
          <a:p>
            <a:r>
              <a:rPr lang="en-US" altLang="zh-CN" dirty="0"/>
              <a:t>4</a:t>
            </a:r>
            <a:r>
              <a:rPr lang="zh-CN" altLang="en-US" dirty="0"/>
              <a:t>：针对游戏本身是否有改进空间，比方升级成双人贪吃蛇，可以让两个   人一起玩</a:t>
            </a:r>
            <a:endParaRPr lang="en-US" altLang="zh-CN" dirty="0"/>
          </a:p>
          <a:p>
            <a:r>
              <a:rPr lang="en-US" altLang="zh-CN" dirty="0"/>
              <a:t>5</a:t>
            </a:r>
            <a:r>
              <a:rPr lang="zh-CN" altLang="en-US" dirty="0"/>
              <a:t>：针对游戏界面是否可以优化，让游戏看起来更为精致</a:t>
            </a:r>
            <a:endParaRPr lang="en-US" altLang="zh-CN" dirty="0"/>
          </a:p>
          <a:p>
            <a:r>
              <a:rPr lang="en-US" altLang="zh-CN" dirty="0"/>
              <a:t>       ……………………………………………</a:t>
            </a:r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仅提供思考方向，你可以针对游戏随机发挥，验收代码时展示程序，针对新加的功能可能会针对代码问一些小问题，做得越好得分越多。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245</Words>
  <Application>Microsoft Office PowerPoint</Application>
  <PresentationFormat>宽屏</PresentationFormat>
  <Paragraphs>30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7" baseType="lpstr">
      <vt:lpstr>quote-cjk-patch</vt:lpstr>
      <vt:lpstr>微软雅黑</vt:lpstr>
      <vt:lpstr>Arial</vt:lpstr>
      <vt:lpstr>Calibri</vt:lpstr>
      <vt:lpstr>WPS</vt:lpstr>
      <vt:lpstr>C语言程序设计 贪吃蛇游戏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ZhuanZ（无密码）</dc:creator>
  <cp:lastModifiedBy>Administrator</cp:lastModifiedBy>
  <cp:revision>40</cp:revision>
  <dcterms:created xsi:type="dcterms:W3CDTF">2023-08-09T12:44:00Z</dcterms:created>
  <dcterms:modified xsi:type="dcterms:W3CDTF">2026-07-01T02:38:27Z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35E0C2F8655A4662AE420FBC1609C7CD_12</vt:lpwstr>
  </property>
</Properties>
</file>