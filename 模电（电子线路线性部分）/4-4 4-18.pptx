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77" r:id="rId13"/>
    <p:sldId id="269" r:id="rId14"/>
    <p:sldId id="278" r:id="rId15"/>
    <p:sldId id="271" r:id="rId16"/>
    <p:sldId id="272" r:id="rId1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2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24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4C882-A095-4717-802A-25E0D76C3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emf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4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9.wmf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5.w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32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9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21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3.w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emf"/><Relationship Id="rId8" Type="http://schemas.openxmlformats.org/officeDocument/2006/relationships/image" Target="../media/image40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7.wmf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6.xml"/><Relationship Id="rId1" Type="http://schemas.openxmlformats.org/officeDocument/2006/relationships/oleObject" Target="../embeddings/oleObject31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44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9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50.wmf"/><Relationship Id="rId16" Type="http://schemas.openxmlformats.org/officeDocument/2006/relationships/vmlDrawing" Target="../drawings/vmlDrawing10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47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b="1" dirty="0"/>
              <a:t>习题解答（</a:t>
            </a:r>
            <a:r>
              <a:rPr lang="en-US" altLang="zh-CN" b="1" dirty="0"/>
              <a:t>5</a:t>
            </a:r>
            <a:r>
              <a:rPr lang="zh-CN" altLang="en-US" b="1" dirty="0"/>
              <a:t>版）</a:t>
            </a:r>
            <a:endParaRPr lang="zh-CN" altLang="en-US" b="1" dirty="0"/>
          </a:p>
        </p:txBody>
      </p:sp>
      <p:sp>
        <p:nvSpPr>
          <p:cNvPr id="2051" name="Rectangle 3"/>
          <p:cNvSpPr>
            <a:spLocks noGrp="1"/>
          </p:cNvSpPr>
          <p:nvPr>
            <p:ph type="subTitle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+mn-lt"/>
                <a:ea typeface="+mn-ea"/>
                <a:cs typeface="+mn-cs"/>
              </a:rPr>
              <a:t>4-1  4-18</a:t>
            </a:r>
            <a:endParaRPr lang="en-US" altLang="zh-CN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4000" dirty="0"/>
              <a:t>4-4</a:t>
            </a:r>
            <a:endParaRPr lang="en-US" altLang="zh-CN" sz="4000" dirty="0"/>
          </a:p>
        </p:txBody>
      </p:sp>
      <p:sp>
        <p:nvSpPr>
          <p:cNvPr id="307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3076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3077" name="Object 4"/>
          <p:cNvGraphicFramePr>
            <a:graphicFrameLocks noChangeAspect="1"/>
          </p:cNvGraphicFramePr>
          <p:nvPr/>
        </p:nvGraphicFramePr>
        <p:xfrm>
          <a:off x="468313" y="981075"/>
          <a:ext cx="1366837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558800" imgH="431800" progId="Equation.DSMT4">
                  <p:embed/>
                </p:oleObj>
              </mc:Choice>
              <mc:Fallback>
                <p:oleObj name="" r:id="rId1" imgW="558800" imgH="4318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981075"/>
                        <a:ext cx="1366837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10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3079" name="Object 9"/>
          <p:cNvGraphicFramePr>
            <a:graphicFrameLocks noChangeAspect="1"/>
          </p:cNvGraphicFramePr>
          <p:nvPr/>
        </p:nvGraphicFramePr>
        <p:xfrm>
          <a:off x="395288" y="1989138"/>
          <a:ext cx="266382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1028065" imgH="431800" progId="Equation.DSMT4">
                  <p:embed/>
                </p:oleObj>
              </mc:Choice>
              <mc:Fallback>
                <p:oleObj name="" r:id="rId3" imgW="1028065" imgH="4318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1989138"/>
                        <a:ext cx="2663825" cy="111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12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3081" name="Object 11"/>
          <p:cNvGraphicFramePr>
            <a:graphicFrameLocks noChangeAspect="1"/>
          </p:cNvGraphicFramePr>
          <p:nvPr/>
        </p:nvGraphicFramePr>
        <p:xfrm>
          <a:off x="323850" y="3213100"/>
          <a:ext cx="78486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3314700" imgH="431800" progId="Equation.DSMT4">
                  <p:embed/>
                </p:oleObj>
              </mc:Choice>
              <mc:Fallback>
                <p:oleObj name="" r:id="rId5" imgW="3314700" imgH="4318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850" y="3213100"/>
                        <a:ext cx="7848600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14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3083" name="Object 13"/>
          <p:cNvGraphicFramePr>
            <a:graphicFrameLocks noChangeAspect="1"/>
          </p:cNvGraphicFramePr>
          <p:nvPr/>
        </p:nvGraphicFramePr>
        <p:xfrm>
          <a:off x="395288" y="4652963"/>
          <a:ext cx="59055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7" imgW="2286000" imgH="431800" progId="Equation.DSMT4">
                  <p:embed/>
                </p:oleObj>
              </mc:Choice>
              <mc:Fallback>
                <p:oleObj name="" r:id="rId7" imgW="2286000" imgH="4318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288" y="4652963"/>
                        <a:ext cx="5905500" cy="110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765175"/>
            <a:ext cx="4968875" cy="2276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4-7(c)</a:t>
            </a:r>
            <a:r>
              <a:rPr lang="zh-CN" altLang="en-US" sz="4000" dirty="0"/>
              <a:t>直流通路</a:t>
            </a:r>
            <a:endParaRPr lang="zh-CN" altLang="en-US" sz="4000" dirty="0"/>
          </a:p>
        </p:txBody>
      </p:sp>
      <p:pic>
        <p:nvPicPr>
          <p:cNvPr id="4099" name="Picture 3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492500" y="1125538"/>
            <a:ext cx="2727325" cy="5256212"/>
          </a:xfrm>
          <a:ln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4-7(c)</a:t>
            </a:r>
            <a:r>
              <a:rPr lang="zh-CN" altLang="en-US" sz="4000" dirty="0"/>
              <a:t>交流通路、等效电路</a:t>
            </a:r>
            <a:endParaRPr lang="zh-CN" altLang="en-US" sz="4000" dirty="0"/>
          </a:p>
        </p:txBody>
      </p:sp>
      <p:pic>
        <p:nvPicPr>
          <p:cNvPr id="5123" name="Picture 3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611188" y="1196975"/>
            <a:ext cx="6840537" cy="2657475"/>
          </a:xfrm>
          <a:ln/>
        </p:spPr>
      </p:pic>
      <p:pic>
        <p:nvPicPr>
          <p:cNvPr id="512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3789363"/>
            <a:ext cx="7704137" cy="2262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Rectangle 5"/>
          <p:cNvSpPr/>
          <p:nvPr/>
        </p:nvSpPr>
        <p:spPr>
          <a:xfrm>
            <a:off x="2051050" y="6018213"/>
            <a:ext cx="4897438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T1</a:t>
            </a:r>
            <a:r>
              <a:rPr lang="zh-CN" altLang="en-US" sz="2800" b="1" dirty="0"/>
              <a:t>共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T2 </a:t>
            </a:r>
            <a:r>
              <a:rPr lang="zh-CN" altLang="en-US" sz="2800" b="1" dirty="0"/>
              <a:t>共</a:t>
            </a:r>
            <a:r>
              <a:rPr lang="en-US" altLang="zh-CN" sz="2800" b="1" dirty="0"/>
              <a:t>E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T3</a:t>
            </a:r>
            <a:r>
              <a:rPr lang="zh-CN" altLang="en-US" sz="2800" b="1" dirty="0"/>
              <a:t>共</a:t>
            </a:r>
            <a:r>
              <a:rPr lang="en-US" altLang="zh-CN" sz="2800" b="1" dirty="0"/>
              <a:t>C</a:t>
            </a:r>
            <a:endParaRPr lang="en-US" altLang="zh-CN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4-11</a:t>
            </a:r>
            <a:endParaRPr lang="en-US" altLang="zh-CN" dirty="0"/>
          </a:p>
        </p:txBody>
      </p:sp>
      <p:pic>
        <p:nvPicPr>
          <p:cNvPr id="6147" name="Picture 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214563" y="1785938"/>
            <a:ext cx="4597400" cy="3357562"/>
          </a:xfr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直流通路、交流通路、等效电路</a:t>
            </a:r>
            <a:endParaRPr lang="zh-CN" altLang="en-US" dirty="0"/>
          </a:p>
        </p:txBody>
      </p:sp>
      <p:pic>
        <p:nvPicPr>
          <p:cNvPr id="7171" name="Picture 3"/>
          <p:cNvPicPr>
            <a:picLocks noChangeAspect="1"/>
          </p:cNvPicPr>
          <p:nvPr>
            <p:ph type="body" idx="4294967295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2133600"/>
            <a:ext cx="2501900" cy="3024188"/>
          </a:xfrm>
          <a:ln/>
        </p:spPr>
      </p:pic>
      <p:pic>
        <p:nvPicPr>
          <p:cNvPr id="717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484313"/>
            <a:ext cx="3673475" cy="20304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113" y="3933825"/>
            <a:ext cx="5724525" cy="250348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174" name="Object 6"/>
          <p:cNvGraphicFramePr>
            <a:graphicFrameLocks noChangeAspect="1"/>
          </p:cNvGraphicFramePr>
          <p:nvPr>
            <p:ph idx="1"/>
          </p:nvPr>
        </p:nvGraphicFramePr>
        <p:xfrm>
          <a:off x="6300788" y="3860800"/>
          <a:ext cx="5762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4" imgW="304800" imgH="228600" progId="Equation.DSMT4">
                  <p:embed/>
                </p:oleObj>
              </mc:Choice>
              <mc:Fallback>
                <p:oleObj name="" r:id="rId4" imgW="304800" imgH="2286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6300788" y="3860800"/>
                        <a:ext cx="576262" cy="431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19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8196" name="Object 5"/>
          <p:cNvGraphicFramePr>
            <a:graphicFrameLocks noChangeAspect="1"/>
          </p:cNvGraphicFramePr>
          <p:nvPr/>
        </p:nvGraphicFramePr>
        <p:xfrm>
          <a:off x="1116013" y="1484313"/>
          <a:ext cx="669607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425700" imgH="431800" progId="Equation.DSMT4">
                  <p:embed/>
                </p:oleObj>
              </mc:Choice>
              <mc:Fallback>
                <p:oleObj name="" r:id="rId1" imgW="2425700" imgH="4318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1484313"/>
                        <a:ext cx="6696075" cy="1181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6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8198" name="Object 7"/>
          <p:cNvGraphicFramePr>
            <a:graphicFrameLocks noChangeAspect="1"/>
          </p:cNvGraphicFramePr>
          <p:nvPr/>
        </p:nvGraphicFramePr>
        <p:xfrm>
          <a:off x="1116013" y="3141663"/>
          <a:ext cx="734377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3175000" imgH="457200" progId="Equation.DSMT4">
                  <p:embed/>
                </p:oleObj>
              </mc:Choice>
              <mc:Fallback>
                <p:oleObj name="" r:id="rId3" imgW="3175000" imgH="4572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3141663"/>
                        <a:ext cx="7343775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8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8200" name="Object 9"/>
          <p:cNvGraphicFramePr>
            <a:graphicFrameLocks noChangeAspect="1"/>
          </p:cNvGraphicFramePr>
          <p:nvPr/>
        </p:nvGraphicFramePr>
        <p:xfrm>
          <a:off x="928688" y="4429125"/>
          <a:ext cx="74168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2552700" imgH="254000" progId="Equation.DSMT4">
                  <p:embed/>
                </p:oleObj>
              </mc:Choice>
              <mc:Fallback>
                <p:oleObj name="" r:id="rId5" imgW="2552700" imgH="2540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8688" y="4429125"/>
                        <a:ext cx="7416800" cy="747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1116013" y="476250"/>
          <a:ext cx="54403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7" imgW="1943100" imgH="254000" progId="Equation.DSMT4">
                  <p:embed/>
                </p:oleObj>
              </mc:Choice>
              <mc:Fallback>
                <p:oleObj name="" r:id="rId7" imgW="1943100" imgH="2540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6013" y="476250"/>
                        <a:ext cx="5440362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2"/>
          <p:cNvGraphicFramePr>
            <a:graphicFrameLocks noChangeAspect="1"/>
          </p:cNvGraphicFramePr>
          <p:nvPr/>
        </p:nvGraphicFramePr>
        <p:xfrm>
          <a:off x="857250" y="5572125"/>
          <a:ext cx="7759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9" imgW="3276600" imgH="241300" progId="Equation.DSMT4">
                  <p:embed/>
                </p:oleObj>
              </mc:Choice>
              <mc:Fallback>
                <p:oleObj name="" r:id="rId9" imgW="3276600" imgH="2413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7250" y="5572125"/>
                        <a:ext cx="77597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1116013" y="333375"/>
          <a:ext cx="64087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654300" imgH="444500" progId="Equation.DSMT4">
                  <p:embed/>
                </p:oleObj>
              </mc:Choice>
              <mc:Fallback>
                <p:oleObj name="" r:id="rId1" imgW="2654300" imgH="4445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333375"/>
                        <a:ext cx="6408737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1" name="Rectangle 6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2" name="Rectangle 8"/>
          <p:cNvSpPr/>
          <p:nvPr/>
        </p:nvSpPr>
        <p:spPr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223" name="Object 9"/>
          <p:cNvGraphicFramePr>
            <a:graphicFrameLocks noChangeAspect="1"/>
          </p:cNvGraphicFramePr>
          <p:nvPr/>
        </p:nvGraphicFramePr>
        <p:xfrm>
          <a:off x="395288" y="3573463"/>
          <a:ext cx="5327650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2057400" imgH="469900" progId="Equation.DSMT4">
                  <p:embed/>
                </p:oleObj>
              </mc:Choice>
              <mc:Fallback>
                <p:oleObj name="" r:id="rId3" imgW="2057400" imgH="4699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3573463"/>
                        <a:ext cx="5327650" cy="1208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10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225" name="Object 11"/>
          <p:cNvGraphicFramePr>
            <a:graphicFrameLocks noChangeAspect="1"/>
          </p:cNvGraphicFramePr>
          <p:nvPr/>
        </p:nvGraphicFramePr>
        <p:xfrm>
          <a:off x="1187450" y="4941888"/>
          <a:ext cx="5184775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2019300" imgH="457200" progId="Equation.DSMT4">
                  <p:embed/>
                </p:oleObj>
              </mc:Choice>
              <mc:Fallback>
                <p:oleObj name="" r:id="rId5" imgW="2019300" imgH="4572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450" y="4941888"/>
                        <a:ext cx="5184775" cy="1173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Rectangle 12"/>
          <p:cNvSpPr/>
          <p:nvPr/>
        </p:nvSpPr>
        <p:spPr>
          <a:xfrm>
            <a:off x="5867400" y="3892550"/>
            <a:ext cx="259238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∴    </a:t>
            </a:r>
            <a:r>
              <a:rPr lang="zh-CN" altLang="en-US" sz="2400" b="1" dirty="0"/>
              <a:t>可以略去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graphicFrame>
        <p:nvGraphicFramePr>
          <p:cNvPr id="9227" name="Object 13"/>
          <p:cNvGraphicFramePr>
            <a:graphicFrameLocks noChangeAspect="1"/>
          </p:cNvGraphicFramePr>
          <p:nvPr>
            <p:ph/>
          </p:nvPr>
        </p:nvGraphicFramePr>
        <p:xfrm>
          <a:off x="6372225" y="3716338"/>
          <a:ext cx="5048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7" imgW="177800" imgH="228600" progId="Equation.DSMT4">
                  <p:embed/>
                </p:oleObj>
              </mc:Choice>
              <mc:Fallback>
                <p:oleObj name="" r:id="rId7" imgW="177800" imgH="2286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6372225" y="3716338"/>
                        <a:ext cx="504825" cy="6477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Rectangle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229" name="Object 15"/>
          <p:cNvGraphicFramePr>
            <a:graphicFrameLocks noChangeAspect="1"/>
          </p:cNvGraphicFramePr>
          <p:nvPr/>
        </p:nvGraphicFramePr>
        <p:xfrm>
          <a:off x="1187450" y="1557338"/>
          <a:ext cx="536416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9" imgW="2057400" imgH="279400" progId="Equation.DSMT4">
                  <p:embed/>
                </p:oleObj>
              </mc:Choice>
              <mc:Fallback>
                <p:oleObj name="" r:id="rId9" imgW="2057400" imgH="2794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7450" y="1557338"/>
                        <a:ext cx="5364163" cy="719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Rectangle 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231" name="Object 17"/>
          <p:cNvGraphicFramePr>
            <a:graphicFrameLocks noChangeAspect="1"/>
          </p:cNvGraphicFramePr>
          <p:nvPr/>
        </p:nvGraphicFramePr>
        <p:xfrm>
          <a:off x="1116013" y="2492375"/>
          <a:ext cx="542766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1" imgW="1765300" imgH="254000" progId="Equation.DSMT4">
                  <p:embed/>
                </p:oleObj>
              </mc:Choice>
              <mc:Fallback>
                <p:oleObj name="" r:id="rId11" imgW="1765300" imgH="2540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16013" y="2492375"/>
                        <a:ext cx="5427662" cy="79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468313" y="476250"/>
          <a:ext cx="8316912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2590800" imgH="431800" progId="Equation.DSMT4">
                  <p:embed/>
                </p:oleObj>
              </mc:Choice>
              <mc:Fallback>
                <p:oleObj name="" r:id="rId1" imgW="2590800" imgH="4318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476250"/>
                        <a:ext cx="8316912" cy="1376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Rectangle 4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45" name="Rectangle 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46" name="Rectangle 8"/>
          <p:cNvSpPr/>
          <p:nvPr/>
        </p:nvSpPr>
        <p:spPr>
          <a:xfrm>
            <a:off x="395288" y="4445000"/>
            <a:ext cx="7056437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dirty="0"/>
              <a:t>∴</a:t>
            </a:r>
            <a:r>
              <a:rPr lang="zh-CN" altLang="en-US" sz="3600" dirty="0"/>
              <a:t>直流分析时可以用简化算法：</a:t>
            </a:r>
            <a:endParaRPr lang="zh-CN" altLang="en-US" sz="3600" dirty="0"/>
          </a:p>
        </p:txBody>
      </p:sp>
      <p:sp>
        <p:nvSpPr>
          <p:cNvPr id="10247" name="Rectangle 9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0248" name="Object 10"/>
          <p:cNvGraphicFramePr>
            <a:graphicFrameLocks noChangeAspect="1"/>
          </p:cNvGraphicFramePr>
          <p:nvPr/>
        </p:nvGraphicFramePr>
        <p:xfrm>
          <a:off x="900113" y="5229225"/>
          <a:ext cx="6913562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438400" imgH="431800" progId="Equation.DSMT4">
                  <p:embed/>
                </p:oleObj>
              </mc:Choice>
              <mc:Fallback>
                <p:oleObj name="" r:id="rId3" imgW="2438400" imgH="4318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5229225"/>
                        <a:ext cx="6913562" cy="1214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0250" name="Object 11"/>
          <p:cNvGraphicFramePr>
            <a:graphicFrameLocks noChangeAspect="1"/>
          </p:cNvGraphicFramePr>
          <p:nvPr/>
        </p:nvGraphicFramePr>
        <p:xfrm>
          <a:off x="900113" y="2276475"/>
          <a:ext cx="445293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1586865" imgH="254000" progId="Equation.DSMT4">
                  <p:embed/>
                </p:oleObj>
              </mc:Choice>
              <mc:Fallback>
                <p:oleObj name="" r:id="rId5" imgW="1586865" imgH="254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2276475"/>
                        <a:ext cx="4452937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0252" name="Object 13"/>
          <p:cNvGraphicFramePr>
            <a:graphicFrameLocks noChangeAspect="1"/>
          </p:cNvGraphicFramePr>
          <p:nvPr/>
        </p:nvGraphicFramePr>
        <p:xfrm>
          <a:off x="179388" y="3357563"/>
          <a:ext cx="82708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7" imgW="4216400" imgH="254000" progId="Equation.DSMT4">
                  <p:embed/>
                </p:oleObj>
              </mc:Choice>
              <mc:Fallback>
                <p:oleObj name="" r:id="rId7" imgW="4216400" imgH="254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388" y="3357563"/>
                        <a:ext cx="8270875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1042988" y="549275"/>
          <a:ext cx="669766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222500" imgH="241300" progId="Equation.DSMT4">
                  <p:embed/>
                </p:oleObj>
              </mc:Choice>
              <mc:Fallback>
                <p:oleObj name="" r:id="rId1" imgW="2222500" imgH="2413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549275"/>
                        <a:ext cx="6697662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Rectangle 4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1071563" y="1571625"/>
          <a:ext cx="5257800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714500" imgH="457200" progId="Equation.DSMT4">
                  <p:embed/>
                </p:oleObj>
              </mc:Choice>
              <mc:Fallback>
                <p:oleObj name="" r:id="rId3" imgW="1714500" imgH="457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1563" y="1571625"/>
                        <a:ext cx="5257800" cy="1401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1271" name="Object 7"/>
          <p:cNvGraphicFramePr>
            <a:graphicFrameLocks noChangeAspect="1"/>
          </p:cNvGraphicFramePr>
          <p:nvPr/>
        </p:nvGraphicFramePr>
        <p:xfrm>
          <a:off x="1000125" y="3071813"/>
          <a:ext cx="655161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2781300" imgH="444500" progId="Equation.DSMT4">
                  <p:embed/>
                </p:oleObj>
              </mc:Choice>
              <mc:Fallback>
                <p:oleObj name="" r:id="rId5" imgW="2781300" imgH="4445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0125" y="3071813"/>
                        <a:ext cx="6551613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476250" y="4572000"/>
          <a:ext cx="671830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2438400" imgH="469900" progId="Equation.DSMT4">
                  <p:embed/>
                </p:oleObj>
              </mc:Choice>
              <mc:Fallback>
                <p:oleObj name="" r:id="rId7" imgW="2438400" imgH="4699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6250" y="4572000"/>
                        <a:ext cx="6718300" cy="1285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291" name="Object 1"/>
          <p:cNvGraphicFramePr>
            <a:graphicFrameLocks noChangeAspect="1"/>
          </p:cNvGraphicFramePr>
          <p:nvPr/>
        </p:nvGraphicFramePr>
        <p:xfrm>
          <a:off x="1071563" y="214313"/>
          <a:ext cx="50720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548765" imgH="241300" progId="Equation.DSMT4">
                  <p:embed/>
                </p:oleObj>
              </mc:Choice>
              <mc:Fallback>
                <p:oleObj name="" r:id="rId1" imgW="1548765" imgH="2413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1563" y="214313"/>
                        <a:ext cx="5072062" cy="77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293" name="Object 3"/>
          <p:cNvGraphicFramePr>
            <a:graphicFrameLocks noChangeAspect="1"/>
          </p:cNvGraphicFramePr>
          <p:nvPr/>
        </p:nvGraphicFramePr>
        <p:xfrm>
          <a:off x="1071563" y="1143000"/>
          <a:ext cx="63849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057400" imgH="279400" progId="Equation.DSMT4">
                  <p:embed/>
                </p:oleObj>
              </mc:Choice>
              <mc:Fallback>
                <p:oleObj name="" r:id="rId3" imgW="2057400" imgH="2794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1563" y="1143000"/>
                        <a:ext cx="6384925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295" name="Object 5"/>
          <p:cNvGraphicFramePr>
            <a:graphicFrameLocks noChangeAspect="1"/>
          </p:cNvGraphicFramePr>
          <p:nvPr/>
        </p:nvGraphicFramePr>
        <p:xfrm>
          <a:off x="1071563" y="2143125"/>
          <a:ext cx="51435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1765300" imgH="254000" progId="Equation.DSMT4">
                  <p:embed/>
                </p:oleObj>
              </mc:Choice>
              <mc:Fallback>
                <p:oleObj name="" r:id="rId5" imgW="1765300" imgH="254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1563" y="2143125"/>
                        <a:ext cx="5143500" cy="750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297" name="Object 7"/>
          <p:cNvGraphicFramePr>
            <a:graphicFrameLocks noChangeAspect="1"/>
          </p:cNvGraphicFramePr>
          <p:nvPr/>
        </p:nvGraphicFramePr>
        <p:xfrm>
          <a:off x="1071563" y="3071813"/>
          <a:ext cx="5364162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7" imgW="2019300" imgH="457200" progId="Equation.DSMT4">
                  <p:embed/>
                </p:oleObj>
              </mc:Choice>
              <mc:Fallback>
                <p:oleObj name="" r:id="rId7" imgW="2019300" imgH="4572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1563" y="3071813"/>
                        <a:ext cx="5364162" cy="1214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299" name="Object 9"/>
          <p:cNvGraphicFramePr>
            <a:graphicFrameLocks noChangeAspect="1"/>
          </p:cNvGraphicFramePr>
          <p:nvPr/>
        </p:nvGraphicFramePr>
        <p:xfrm>
          <a:off x="1071563" y="4357688"/>
          <a:ext cx="647700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9" imgW="2590800" imgH="431800" progId="Equation.DSMT4">
                  <p:embed/>
                </p:oleObj>
              </mc:Choice>
              <mc:Fallback>
                <p:oleObj name="" r:id="rId9" imgW="2590800" imgH="4318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71563" y="4357688"/>
                        <a:ext cx="6477000" cy="107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301" name="Object 11"/>
          <p:cNvGraphicFramePr>
            <a:graphicFrameLocks noChangeAspect="1"/>
          </p:cNvGraphicFramePr>
          <p:nvPr/>
        </p:nvGraphicFramePr>
        <p:xfrm>
          <a:off x="1071563" y="5715000"/>
          <a:ext cx="47148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1" imgW="1586865" imgH="254000" progId="Equation.DSMT4">
                  <p:embed/>
                </p:oleObj>
              </mc:Choice>
              <mc:Fallback>
                <p:oleObj name="" r:id="rId11" imgW="1586865" imgH="2540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71563" y="5715000"/>
                        <a:ext cx="4714875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4000" dirty="0"/>
              <a:t>4-18  </a:t>
            </a:r>
            <a:r>
              <a:rPr lang="zh-CN" altLang="en-US" sz="3200" b="1" dirty="0"/>
              <a:t>已知：</a:t>
            </a:r>
            <a:br>
              <a:rPr lang="zh-CN" altLang="en-US" sz="3200" b="1" dirty="0"/>
            </a:br>
            <a:r>
              <a:rPr lang="zh-CN" altLang="en-US" sz="3200" b="1" dirty="0"/>
              <a:t>            求：</a:t>
            </a:r>
            <a:endParaRPr lang="zh-CN" altLang="en-US" sz="3200" b="1" dirty="0"/>
          </a:p>
        </p:txBody>
      </p:sp>
      <p:sp>
        <p:nvSpPr>
          <p:cNvPr id="13315" name="Rectangle 8"/>
          <p:cNvSpPr/>
          <p:nvPr/>
        </p:nvSpPr>
        <p:spPr>
          <a:xfrm>
            <a:off x="0" y="44370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3316" name="Object 7"/>
          <p:cNvGraphicFramePr>
            <a:graphicFrameLocks noChangeAspect="1"/>
          </p:cNvGraphicFramePr>
          <p:nvPr/>
        </p:nvGraphicFramePr>
        <p:xfrm>
          <a:off x="2987675" y="404813"/>
          <a:ext cx="1295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520700" imgH="203200" progId="Equation.DSMT4">
                  <p:embed/>
                </p:oleObj>
              </mc:Choice>
              <mc:Fallback>
                <p:oleObj name="" r:id="rId1" imgW="520700" imgH="2032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87675" y="404813"/>
                        <a:ext cx="12954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1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3318" name="Object 9"/>
          <p:cNvGraphicFramePr>
            <a:graphicFrameLocks noChangeAspect="1"/>
          </p:cNvGraphicFramePr>
          <p:nvPr/>
        </p:nvGraphicFramePr>
        <p:xfrm>
          <a:off x="4500563" y="404813"/>
          <a:ext cx="17287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" imgW="761365" imgH="228600" progId="Equation.DSMT4">
                  <p:embed/>
                </p:oleObj>
              </mc:Choice>
              <mc:Fallback>
                <p:oleObj name="" r:id="rId3" imgW="761365" imgH="2286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0563" y="404813"/>
                        <a:ext cx="1728787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12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3320" name="Object 11"/>
          <p:cNvGraphicFramePr>
            <a:graphicFrameLocks noChangeAspect="1"/>
          </p:cNvGraphicFramePr>
          <p:nvPr/>
        </p:nvGraphicFramePr>
        <p:xfrm>
          <a:off x="6443663" y="404813"/>
          <a:ext cx="16922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5" imgW="862965" imgH="241300" progId="Equation.DSMT4">
                  <p:embed/>
                </p:oleObj>
              </mc:Choice>
              <mc:Fallback>
                <p:oleObj name="" r:id="rId5" imgW="862965" imgH="2413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43663" y="404813"/>
                        <a:ext cx="1692275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1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3322" name="Object 15"/>
          <p:cNvGraphicFramePr>
            <a:graphicFrameLocks noChangeAspect="1"/>
          </p:cNvGraphicFramePr>
          <p:nvPr/>
        </p:nvGraphicFramePr>
        <p:xfrm>
          <a:off x="3059113" y="981075"/>
          <a:ext cx="14033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7" imgW="584200" imgH="228600" progId="Equation.DSMT4">
                  <p:embed/>
                </p:oleObj>
              </mc:Choice>
              <mc:Fallback>
                <p:oleObj name="" r:id="rId7" imgW="584200" imgH="2286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9113" y="981075"/>
                        <a:ext cx="140335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2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3063" y="1785938"/>
            <a:ext cx="3857625" cy="39100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285750"/>
            <a:ext cx="3143250" cy="3186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3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2714625"/>
            <a:ext cx="1949450" cy="314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5" y="3786188"/>
            <a:ext cx="3643313" cy="1830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1" name="矩形 5"/>
          <p:cNvSpPr/>
          <p:nvPr/>
        </p:nvSpPr>
        <p:spPr>
          <a:xfrm>
            <a:off x="1000125" y="60007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直流通路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14342" name="矩形 6"/>
          <p:cNvSpPr/>
          <p:nvPr/>
        </p:nvSpPr>
        <p:spPr>
          <a:xfrm>
            <a:off x="4857750" y="57864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交流通路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5363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5364" name="Rectangle 7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1800" dirty="0"/>
          </a:p>
        </p:txBody>
      </p:sp>
      <p:graphicFrame>
        <p:nvGraphicFramePr>
          <p:cNvPr id="15365" name="Object 6"/>
          <p:cNvGraphicFramePr>
            <a:graphicFrameLocks noChangeAspect="1"/>
          </p:cNvGraphicFramePr>
          <p:nvPr/>
        </p:nvGraphicFramePr>
        <p:xfrm>
          <a:off x="179388" y="1196975"/>
          <a:ext cx="56896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2692400" imgH="431800" progId="Equation.DSMT4">
                  <p:embed/>
                </p:oleObj>
              </mc:Choice>
              <mc:Fallback>
                <p:oleObj name="" r:id="rId1" imgW="2692400" imgH="4318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388" y="1196975"/>
                        <a:ext cx="5689600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5367" name="Object 8"/>
          <p:cNvGraphicFramePr>
            <a:graphicFrameLocks noChangeAspect="1"/>
          </p:cNvGraphicFramePr>
          <p:nvPr/>
        </p:nvGraphicFramePr>
        <p:xfrm>
          <a:off x="179388" y="2276475"/>
          <a:ext cx="82804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3810000" imgH="457200" progId="Equation.DSMT4">
                  <p:embed/>
                </p:oleObj>
              </mc:Choice>
              <mc:Fallback>
                <p:oleObj name="" r:id="rId3" imgW="3810000" imgH="4572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388" y="2276475"/>
                        <a:ext cx="8280400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11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5369" name="Object 10"/>
          <p:cNvGraphicFramePr>
            <a:graphicFrameLocks noChangeAspect="1"/>
          </p:cNvGraphicFramePr>
          <p:nvPr/>
        </p:nvGraphicFramePr>
        <p:xfrm>
          <a:off x="250825" y="3500438"/>
          <a:ext cx="6192838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2400300" imgH="241300" progId="Equation.DSMT4">
                  <p:embed/>
                </p:oleObj>
              </mc:Choice>
              <mc:Fallback>
                <p:oleObj name="" r:id="rId5" imgW="2400300" imgH="2413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825" y="3500438"/>
                        <a:ext cx="6192838" cy="614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3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5371" name="Object 12"/>
          <p:cNvGraphicFramePr>
            <a:graphicFrameLocks noChangeAspect="1"/>
          </p:cNvGraphicFramePr>
          <p:nvPr/>
        </p:nvGraphicFramePr>
        <p:xfrm>
          <a:off x="179388" y="4292600"/>
          <a:ext cx="8496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3708400" imgH="241300" progId="Equation.DSMT4">
                  <p:embed/>
                </p:oleObj>
              </mc:Choice>
              <mc:Fallback>
                <p:oleObj name="" r:id="rId7" imgW="3708400" imgH="2413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388" y="4292600"/>
                        <a:ext cx="84963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Rectangle 15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5373" name="Object 14"/>
          <p:cNvGraphicFramePr>
            <a:graphicFrameLocks noChangeAspect="1"/>
          </p:cNvGraphicFramePr>
          <p:nvPr/>
        </p:nvGraphicFramePr>
        <p:xfrm>
          <a:off x="250825" y="5157788"/>
          <a:ext cx="46815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9" imgW="2197100" imgH="444500" progId="Equation.DSMT4">
                  <p:embed/>
                </p:oleObj>
              </mc:Choice>
              <mc:Fallback>
                <p:oleObj name="" r:id="rId9" imgW="2197100" imgH="4445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825" y="5157788"/>
                        <a:ext cx="4681538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Rectangle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5375" name="Object 16"/>
          <p:cNvGraphicFramePr>
            <a:graphicFrameLocks noChangeAspect="1"/>
          </p:cNvGraphicFramePr>
          <p:nvPr/>
        </p:nvGraphicFramePr>
        <p:xfrm>
          <a:off x="250825" y="476250"/>
          <a:ext cx="460851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1" imgW="2057400" imgH="254000" progId="Equation.DSMT4">
                  <p:embed/>
                </p:oleObj>
              </mc:Choice>
              <mc:Fallback>
                <p:oleObj name="" r:id="rId11" imgW="2057400" imgH="2540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0825" y="476250"/>
                        <a:ext cx="4608513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3"/>
          <p:cNvSpPr>
            <a:spLocks noGrp="1"/>
          </p:cNvSpPr>
          <p:nvPr>
            <p:ph type="body" idx="4294967295"/>
          </p:nvPr>
        </p:nvSpPr>
        <p:spPr>
          <a:xfrm>
            <a:off x="0" y="333375"/>
            <a:ext cx="8229600" cy="59372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6387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357188" y="214313"/>
          <a:ext cx="770572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3086100" imgH="241300" progId="Equation.DSMT4">
                  <p:embed/>
                </p:oleObj>
              </mc:Choice>
              <mc:Fallback>
                <p:oleObj name="" r:id="rId1" imgW="3086100" imgH="2413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188" y="214313"/>
                        <a:ext cx="7705725" cy="595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7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1800" dirty="0"/>
          </a:p>
        </p:txBody>
      </p:sp>
      <p:sp>
        <p:nvSpPr>
          <p:cNvPr id="16390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1" name="Object 8"/>
          <p:cNvGraphicFramePr>
            <a:graphicFrameLocks noChangeAspect="1"/>
          </p:cNvGraphicFramePr>
          <p:nvPr/>
        </p:nvGraphicFramePr>
        <p:xfrm>
          <a:off x="285750" y="4357688"/>
          <a:ext cx="6696075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3" imgW="2794000" imgH="457200" progId="Equation.DSMT4">
                  <p:embed/>
                </p:oleObj>
              </mc:Choice>
              <mc:Fallback>
                <p:oleObj name="" r:id="rId3" imgW="2794000" imgH="4572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50" y="4357688"/>
                        <a:ext cx="6696075" cy="1096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1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3" name="Object 10"/>
          <p:cNvGraphicFramePr>
            <a:graphicFrameLocks noChangeAspect="1"/>
          </p:cNvGraphicFramePr>
          <p:nvPr/>
        </p:nvGraphicFramePr>
        <p:xfrm>
          <a:off x="500063" y="6000750"/>
          <a:ext cx="316706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5" imgW="1168400" imgH="228600" progId="Equation.DSMT4">
                  <p:embed/>
                </p:oleObj>
              </mc:Choice>
              <mc:Fallback>
                <p:oleObj name="" r:id="rId5" imgW="1168400" imgH="2286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063" y="6000750"/>
                        <a:ext cx="3167062" cy="617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5" name="Object 12"/>
          <p:cNvGraphicFramePr>
            <a:graphicFrameLocks noChangeAspect="1"/>
          </p:cNvGraphicFramePr>
          <p:nvPr/>
        </p:nvGraphicFramePr>
        <p:xfrm>
          <a:off x="428625" y="1000125"/>
          <a:ext cx="62007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2159000" imgH="279400" progId="Equation.DSMT4">
                  <p:embed/>
                </p:oleObj>
              </mc:Choice>
              <mc:Fallback>
                <p:oleObj name="" r:id="rId7" imgW="2159000" imgH="2794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625" y="1000125"/>
                        <a:ext cx="6200775" cy="79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500063" y="2928938"/>
          <a:ext cx="451008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9" imgW="1854200" imgH="469900" progId="Equation.DSMT4">
                  <p:embed/>
                </p:oleObj>
              </mc:Choice>
              <mc:Fallback>
                <p:oleObj name="" r:id="rId9" imgW="1854200" imgH="4699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063" y="2928938"/>
                        <a:ext cx="4510087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/>
          <p:cNvGraphicFramePr>
            <a:graphicFrameLocks noChangeAspect="1"/>
          </p:cNvGraphicFramePr>
          <p:nvPr/>
        </p:nvGraphicFramePr>
        <p:xfrm>
          <a:off x="500063" y="2000250"/>
          <a:ext cx="54546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1" imgW="2133600" imgH="279400" progId="Equation.DSMT4">
                  <p:embed/>
                </p:oleObj>
              </mc:Choice>
              <mc:Fallback>
                <p:oleObj name="" r:id="rId11" imgW="2133600" imgH="2794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0063" y="2000250"/>
                        <a:ext cx="5454650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5500688" y="3000375"/>
          <a:ext cx="17287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584200" imgH="241300" progId="Equation.DSMT4">
                  <p:embed/>
                </p:oleObj>
              </mc:Choice>
              <mc:Fallback>
                <p:oleObj name="" r:id="rId13" imgW="584200" imgH="2413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00688" y="3000375"/>
                        <a:ext cx="1728787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WPS 演示</Application>
  <PresentationFormat>全屏显示(4:3)</PresentationFormat>
  <Paragraphs>32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47</vt:i4>
      </vt:variant>
      <vt:variant>
        <vt:lpstr>幻灯片标题</vt:lpstr>
      </vt:variant>
      <vt:variant>
        <vt:i4>15</vt:i4>
      </vt:variant>
    </vt:vector>
  </HeadingPairs>
  <TitlesOfParts>
    <vt:vector size="70" baseType="lpstr">
      <vt:lpstr>Arial</vt:lpstr>
      <vt:lpstr>宋体</vt:lpstr>
      <vt:lpstr>Wingdings</vt:lpstr>
      <vt:lpstr>等线</vt:lpstr>
      <vt:lpstr>微软雅黑</vt:lpstr>
      <vt:lpstr>Arial Unicode MS</vt:lpstr>
      <vt:lpstr>Calibri</vt:lpstr>
      <vt:lpstr>默认设计模板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XMU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WPS_1703547373</cp:lastModifiedBy>
  <cp:revision>20</cp:revision>
  <dcterms:created xsi:type="dcterms:W3CDTF">2012-10-28T08:14:22Z</dcterms:created>
  <dcterms:modified xsi:type="dcterms:W3CDTF">2026-09-09T09:47:35Z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AA0E9413DB7241DAA431D6E9B759D095_13</vt:lpwstr>
  </property>
  <property fmtid="{D5CDD505-2E9C-101B-9397-08002B2CF9AE}" pid="3" name="KSOProductBuildVer">
    <vt:lpwstr>2052-12.1.0.28043</vt:lpwstr>
  </property>
</Properties>
</file>