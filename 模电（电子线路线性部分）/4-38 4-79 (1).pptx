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65" r:id="rId3"/>
    <p:sldId id="266" r:id="rId4"/>
    <p:sldId id="259" r:id="rId5"/>
    <p:sldId id="258" r:id="rId6"/>
    <p:sldId id="260" r:id="rId7"/>
    <p:sldId id="261" r:id="rId8"/>
    <p:sldId id="263" r:id="rId9"/>
    <p:sldId id="262" r:id="rId10"/>
    <p:sldId id="277" r:id="rId11"/>
    <p:sldId id="278" r:id="rId12"/>
    <p:sldId id="279" r:id="rId13"/>
    <p:sldId id="280" r:id="rId14"/>
    <p:sldId id="283" r:id="rId15"/>
    <p:sldId id="287" r:id="rId16"/>
    <p:sldId id="288" r:id="rId17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108" d="100"/>
          <a:sy n="108" d="100"/>
        </p:scale>
        <p:origin x="170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notesMaster" Target="notesMasters/notesMaster1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6" Type="http://schemas.openxmlformats.org/officeDocument/2006/relationships/image" Target="../media/image10.wmf"/><Relationship Id="rId5" Type="http://schemas.openxmlformats.org/officeDocument/2006/relationships/image" Target="../media/image9.wmf"/><Relationship Id="rId4" Type="http://schemas.openxmlformats.org/officeDocument/2006/relationships/image" Target="../media/image8.wmf"/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4" Type="http://schemas.openxmlformats.org/officeDocument/2006/relationships/image" Target="../media/image13.wmf"/><Relationship Id="rId3" Type="http://schemas.openxmlformats.org/officeDocument/2006/relationships/image" Target="../media/image12.wmf"/><Relationship Id="rId2" Type="http://schemas.openxmlformats.org/officeDocument/2006/relationships/image" Target="../media/image4.wmf"/><Relationship Id="rId1" Type="http://schemas.openxmlformats.org/officeDocument/2006/relationships/image" Target="../media/image11.wmf"/></Relationships>
</file>

<file path=ppt/drawings/_rels/vmlDrawing4.vml.rels><?xml version="1.0" encoding="UTF-8" standalone="yes"?>
<Relationships xmlns="http://schemas.openxmlformats.org/package/2006/relationships"><Relationship Id="rId6" Type="http://schemas.openxmlformats.org/officeDocument/2006/relationships/image" Target="../media/image21.wmf"/><Relationship Id="rId5" Type="http://schemas.openxmlformats.org/officeDocument/2006/relationships/image" Target="../media/image20.wmf"/><Relationship Id="rId4" Type="http://schemas.openxmlformats.org/officeDocument/2006/relationships/image" Target="../media/image19.wmf"/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5.wmf"/></Relationships>
</file>

<file path=ppt/drawings/_rels/vmlDrawing5.vml.rels><?xml version="1.0" encoding="UTF-8" standalone="yes"?>
<Relationships xmlns="http://schemas.openxmlformats.org/package/2006/relationships"><Relationship Id="rId6" Type="http://schemas.openxmlformats.org/officeDocument/2006/relationships/image" Target="../media/image5.wmf"/><Relationship Id="rId5" Type="http://schemas.openxmlformats.org/officeDocument/2006/relationships/image" Target="../media/image24.wmf"/><Relationship Id="rId4" Type="http://schemas.openxmlformats.org/officeDocument/2006/relationships/image" Target="../media/image4.wmf"/><Relationship Id="rId3" Type="http://schemas.openxmlformats.org/officeDocument/2006/relationships/image" Target="../media/image3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drawings/_rels/vmlDrawing6.vml.rels><?xml version="1.0" encoding="UTF-8" standalone="yes"?>
<Relationships xmlns="http://schemas.openxmlformats.org/package/2006/relationships"><Relationship Id="rId5" Type="http://schemas.openxmlformats.org/officeDocument/2006/relationships/image" Target="../media/image10.wmf"/><Relationship Id="rId4" Type="http://schemas.openxmlformats.org/officeDocument/2006/relationships/image" Target="../media/image9.wmf"/><Relationship Id="rId3" Type="http://schemas.openxmlformats.org/officeDocument/2006/relationships/image" Target="../media/image8.wmf"/><Relationship Id="rId2" Type="http://schemas.openxmlformats.org/officeDocument/2006/relationships/image" Target="../media/image26.wmf"/><Relationship Id="rId1" Type="http://schemas.openxmlformats.org/officeDocument/2006/relationships/image" Target="../media/image25.wmf"/></Relationships>
</file>

<file path=ppt/drawings/_rels/vmlDrawing7.vml.rels><?xml version="1.0" encoding="UTF-8" standalone="yes"?>
<Relationships xmlns="http://schemas.openxmlformats.org/package/2006/relationships"><Relationship Id="rId4" Type="http://schemas.openxmlformats.org/officeDocument/2006/relationships/image" Target="../media/image11.wmf"/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4.wmf"/></Relationships>
</file>

<file path=ppt/drawings/_rels/vmlDrawing8.vml.rels><?xml version="1.0" encoding="UTF-8" standalone="yes"?>
<Relationships xmlns="http://schemas.openxmlformats.org/package/2006/relationships"><Relationship Id="rId7" Type="http://schemas.openxmlformats.org/officeDocument/2006/relationships/image" Target="../media/image33.wmf"/><Relationship Id="rId6" Type="http://schemas.openxmlformats.org/officeDocument/2006/relationships/image" Target="../media/image32.wmf"/><Relationship Id="rId5" Type="http://schemas.openxmlformats.org/officeDocument/2006/relationships/image" Target="../media/image31.wmf"/><Relationship Id="rId4" Type="http://schemas.openxmlformats.org/officeDocument/2006/relationships/image" Target="../media/image30.wmf"/><Relationship Id="rId3" Type="http://schemas.openxmlformats.org/officeDocument/2006/relationships/image" Target="../media/image29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image" Target="../media/image35.wmf"/><Relationship Id="rId1" Type="http://schemas.openxmlformats.org/officeDocument/2006/relationships/image" Target="../media/image34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/Relationships>
</file>

<file path=ppt/drawings/_rels/vmlDrawing11.vml.rels><?xml version="1.0" encoding="UTF-8" standalone="yes"?>
<Relationships xmlns="http://schemas.openxmlformats.org/package/2006/relationships"><Relationship Id="rId6" Type="http://schemas.openxmlformats.org/officeDocument/2006/relationships/image" Target="../media/image45.wmf"/><Relationship Id="rId5" Type="http://schemas.openxmlformats.org/officeDocument/2006/relationships/image" Target="../media/image44.wmf"/><Relationship Id="rId4" Type="http://schemas.openxmlformats.org/officeDocument/2006/relationships/image" Target="../media/image43.wmf"/><Relationship Id="rId3" Type="http://schemas.openxmlformats.org/officeDocument/2006/relationships/image" Target="../media/image42.wmf"/><Relationship Id="rId2" Type="http://schemas.openxmlformats.org/officeDocument/2006/relationships/image" Target="../media/image41.wmf"/><Relationship Id="rId1" Type="http://schemas.openxmlformats.org/officeDocument/2006/relationships/image" Target="../media/image40.wmf"/></Relationships>
</file>

<file path=ppt/drawings/_rels/vmlDrawing12.vml.rels><?xml version="1.0" encoding="UTF-8" standalone="yes"?>
<Relationships xmlns="http://schemas.openxmlformats.org/package/2006/relationships"><Relationship Id="rId5" Type="http://schemas.openxmlformats.org/officeDocument/2006/relationships/image" Target="../media/image50.wmf"/><Relationship Id="rId4" Type="http://schemas.openxmlformats.org/officeDocument/2006/relationships/image" Target="../media/image49.wmf"/><Relationship Id="rId3" Type="http://schemas.openxmlformats.org/officeDocument/2006/relationships/image" Target="../media/image48.wmf"/><Relationship Id="rId2" Type="http://schemas.openxmlformats.org/officeDocument/2006/relationships/image" Target="../media/image47.wmf"/><Relationship Id="rId1" Type="http://schemas.openxmlformats.org/officeDocument/2006/relationships/image" Target="../media/image46.wmf"/></Relationships>
</file>

<file path=ppt/drawings/_rels/vmlDrawing13.vml.rels><?xml version="1.0" encoding="UTF-8" standalone="yes"?>
<Relationships xmlns="http://schemas.openxmlformats.org/package/2006/relationships"><Relationship Id="rId5" Type="http://schemas.openxmlformats.org/officeDocument/2006/relationships/image" Target="../media/image56.wmf"/><Relationship Id="rId4" Type="http://schemas.openxmlformats.org/officeDocument/2006/relationships/image" Target="../media/image55.wmf"/><Relationship Id="rId3" Type="http://schemas.openxmlformats.org/officeDocument/2006/relationships/image" Target="../media/image54.wmf"/><Relationship Id="rId2" Type="http://schemas.openxmlformats.org/officeDocument/2006/relationships/image" Target="../media/image53.wmf"/><Relationship Id="rId1" Type="http://schemas.openxmlformats.org/officeDocument/2006/relationships/image" Target="../media/image52.wmf"/></Relationships>
</file>

<file path=ppt/drawings/_rels/vmlDrawing14.vml.rels><?xml version="1.0" encoding="UTF-8" standalone="yes"?>
<Relationships xmlns="http://schemas.openxmlformats.org/package/2006/relationships"><Relationship Id="rId6" Type="http://schemas.openxmlformats.org/officeDocument/2006/relationships/image" Target="../media/image62.wmf"/><Relationship Id="rId5" Type="http://schemas.openxmlformats.org/officeDocument/2006/relationships/image" Target="../media/image61.wmf"/><Relationship Id="rId4" Type="http://schemas.openxmlformats.org/officeDocument/2006/relationships/image" Target="../media/image60.wmf"/><Relationship Id="rId3" Type="http://schemas.openxmlformats.org/officeDocument/2006/relationships/image" Target="../media/image59.wmf"/><Relationship Id="rId2" Type="http://schemas.openxmlformats.org/officeDocument/2006/relationships/image" Target="../media/image58.wmf"/><Relationship Id="rId1" Type="http://schemas.openxmlformats.org/officeDocument/2006/relationships/image" Target="../media/image57.wmf"/></Relationships>
</file>

<file path=ppt/drawings/_rels/vmlDrawing15.vml.rels><?xml version="1.0" encoding="UTF-8" standalone="yes"?>
<Relationships xmlns="http://schemas.openxmlformats.org/package/2006/relationships"><Relationship Id="rId6" Type="http://schemas.openxmlformats.org/officeDocument/2006/relationships/image" Target="../media/image68.wmf"/><Relationship Id="rId5" Type="http://schemas.openxmlformats.org/officeDocument/2006/relationships/image" Target="../media/image59.wmf"/><Relationship Id="rId4" Type="http://schemas.openxmlformats.org/officeDocument/2006/relationships/image" Target="../media/image67.wmf"/><Relationship Id="rId3" Type="http://schemas.openxmlformats.org/officeDocument/2006/relationships/image" Target="../media/image65.wmf"/><Relationship Id="rId2" Type="http://schemas.openxmlformats.org/officeDocument/2006/relationships/image" Target="../media/image64.wmf"/><Relationship Id="rId1" Type="http://schemas.openxmlformats.org/officeDocument/2006/relationships/image" Target="../media/image6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BE3D1C5-6EA0-45FB-A1F0-A5ACC9D55D10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A5F8C2-9B1C-43CC-A5D8-9A5A93901E93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59CA36E-3A50-4C4A-80D5-90EE93459F43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59CA36E-3A50-4C4A-80D5-90EE93459F43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59CA36E-3A50-4C4A-80D5-90EE93459F43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59CA36E-3A50-4C4A-80D5-90EE93459F43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59CA36E-3A50-4C4A-80D5-90EE93459F43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59CA36E-3A50-4C4A-80D5-90EE93459F43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59CA36E-3A50-4C4A-80D5-90EE93459F43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59CA36E-3A50-4C4A-80D5-90EE93459F43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59CA36E-3A50-4C4A-80D5-90EE93459F43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59CA36E-3A50-4C4A-80D5-90EE93459F43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59CA36E-3A50-4C4A-80D5-90EE93459F43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59CA36E-3A50-4C4A-80D5-90EE93459F43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59CA36E-3A50-4C4A-80D5-90EE93459F43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59CA36E-3A50-4C4A-80D5-90EE93459F43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59CA36E-3A50-4C4A-80D5-90EE93459F43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1.wmf"/><Relationship Id="rId1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wmf"/><Relationship Id="rId8" Type="http://schemas.openxmlformats.org/officeDocument/2006/relationships/oleObject" Target="../embeddings/oleObject7.bin"/><Relationship Id="rId7" Type="http://schemas.openxmlformats.org/officeDocument/2006/relationships/image" Target="../media/image7.emf"/><Relationship Id="rId6" Type="http://schemas.openxmlformats.org/officeDocument/2006/relationships/image" Target="../media/image6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5.wmf"/><Relationship Id="rId3" Type="http://schemas.openxmlformats.org/officeDocument/2006/relationships/oleObject" Target="../embeddings/oleObject5.bin"/><Relationship Id="rId2" Type="http://schemas.openxmlformats.org/officeDocument/2006/relationships/image" Target="../media/image4.wmf"/><Relationship Id="rId15" Type="http://schemas.openxmlformats.org/officeDocument/2006/relationships/vmlDrawing" Target="../drawings/vmlDrawing2.vml"/><Relationship Id="rId14" Type="http://schemas.openxmlformats.org/officeDocument/2006/relationships/slideLayout" Target="../slideLayouts/slideLayout6.xml"/><Relationship Id="rId13" Type="http://schemas.openxmlformats.org/officeDocument/2006/relationships/image" Target="../media/image10.wmf"/><Relationship Id="rId12" Type="http://schemas.openxmlformats.org/officeDocument/2006/relationships/oleObject" Target="../embeddings/oleObject9.bin"/><Relationship Id="rId11" Type="http://schemas.openxmlformats.org/officeDocument/2006/relationships/image" Target="../media/image9.wmf"/><Relationship Id="rId10" Type="http://schemas.openxmlformats.org/officeDocument/2006/relationships/oleObject" Target="../embeddings/oleObject8.bin"/><Relationship Id="rId1" Type="http://schemas.openxmlformats.org/officeDocument/2006/relationships/oleObject" Target="../embeddings/oleObject4.bin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png"/><Relationship Id="rId8" Type="http://schemas.openxmlformats.org/officeDocument/2006/relationships/image" Target="../media/image13.wmf"/><Relationship Id="rId7" Type="http://schemas.openxmlformats.org/officeDocument/2006/relationships/oleObject" Target="../embeddings/oleObject13.bin"/><Relationship Id="rId6" Type="http://schemas.openxmlformats.org/officeDocument/2006/relationships/image" Target="../media/image12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4.wmf"/><Relationship Id="rId3" Type="http://schemas.openxmlformats.org/officeDocument/2006/relationships/oleObject" Target="../embeddings/oleObject11.bin"/><Relationship Id="rId2" Type="http://schemas.openxmlformats.org/officeDocument/2006/relationships/image" Target="../media/image11.wmf"/><Relationship Id="rId11" Type="http://schemas.openxmlformats.org/officeDocument/2006/relationships/vmlDrawing" Target="../drawings/vmlDrawing3.vml"/><Relationship Id="rId10" Type="http://schemas.openxmlformats.org/officeDocument/2006/relationships/slideLayout" Target="../slideLayouts/slideLayout6.xml"/><Relationship Id="rId1" Type="http://schemas.openxmlformats.org/officeDocument/2006/relationships/oleObject" Target="../embeddings/oleObject10.bin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wmf"/><Relationship Id="rId8" Type="http://schemas.openxmlformats.org/officeDocument/2006/relationships/oleObject" Target="../embeddings/oleObject17.bin"/><Relationship Id="rId7" Type="http://schemas.openxmlformats.org/officeDocument/2006/relationships/image" Target="../media/image18.wmf"/><Relationship Id="rId6" Type="http://schemas.openxmlformats.org/officeDocument/2006/relationships/oleObject" Target="../embeddings/oleObject16.bin"/><Relationship Id="rId5" Type="http://schemas.openxmlformats.org/officeDocument/2006/relationships/image" Target="../media/image17.wmf"/><Relationship Id="rId4" Type="http://schemas.openxmlformats.org/officeDocument/2006/relationships/oleObject" Target="../embeddings/oleObject15.bin"/><Relationship Id="rId3" Type="http://schemas.openxmlformats.org/officeDocument/2006/relationships/image" Target="../media/image16.emf"/><Relationship Id="rId2" Type="http://schemas.openxmlformats.org/officeDocument/2006/relationships/image" Target="../media/image15.wmf"/><Relationship Id="rId15" Type="http://schemas.openxmlformats.org/officeDocument/2006/relationships/vmlDrawing" Target="../drawings/vmlDrawing4.vml"/><Relationship Id="rId14" Type="http://schemas.openxmlformats.org/officeDocument/2006/relationships/slideLayout" Target="../slideLayouts/slideLayout4.xml"/><Relationship Id="rId13" Type="http://schemas.openxmlformats.org/officeDocument/2006/relationships/image" Target="../media/image21.wmf"/><Relationship Id="rId12" Type="http://schemas.openxmlformats.org/officeDocument/2006/relationships/oleObject" Target="../embeddings/oleObject19.bin"/><Relationship Id="rId11" Type="http://schemas.openxmlformats.org/officeDocument/2006/relationships/image" Target="../media/image20.wmf"/><Relationship Id="rId10" Type="http://schemas.openxmlformats.org/officeDocument/2006/relationships/oleObject" Target="../embeddings/oleObject18.bin"/><Relationship Id="rId1" Type="http://schemas.openxmlformats.org/officeDocument/2006/relationships/oleObject" Target="../embeddings/oleObject14.bin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4.bin"/><Relationship Id="rId8" Type="http://schemas.openxmlformats.org/officeDocument/2006/relationships/image" Target="../media/image4.wmf"/><Relationship Id="rId7" Type="http://schemas.openxmlformats.org/officeDocument/2006/relationships/oleObject" Target="../embeddings/oleObject23.bin"/><Relationship Id="rId6" Type="http://schemas.openxmlformats.org/officeDocument/2006/relationships/image" Target="../media/image3.w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23.wmf"/><Relationship Id="rId3" Type="http://schemas.openxmlformats.org/officeDocument/2006/relationships/oleObject" Target="../embeddings/oleObject21.bin"/><Relationship Id="rId2" Type="http://schemas.openxmlformats.org/officeDocument/2006/relationships/image" Target="../media/image22.wmf"/><Relationship Id="rId14" Type="http://schemas.openxmlformats.org/officeDocument/2006/relationships/vmlDrawing" Target="../drawings/vmlDrawing5.vml"/><Relationship Id="rId13" Type="http://schemas.openxmlformats.org/officeDocument/2006/relationships/slideLayout" Target="../slideLayouts/slideLayout6.xml"/><Relationship Id="rId12" Type="http://schemas.openxmlformats.org/officeDocument/2006/relationships/image" Target="../media/image5.wmf"/><Relationship Id="rId11" Type="http://schemas.openxmlformats.org/officeDocument/2006/relationships/oleObject" Target="../embeddings/oleObject25.bin"/><Relationship Id="rId10" Type="http://schemas.openxmlformats.org/officeDocument/2006/relationships/image" Target="../media/image24.wmf"/><Relationship Id="rId1" Type="http://schemas.openxmlformats.org/officeDocument/2006/relationships/oleObject" Target="../embeddings/oleObject20.bin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0.bin"/><Relationship Id="rId8" Type="http://schemas.openxmlformats.org/officeDocument/2006/relationships/image" Target="../media/image9.wmf"/><Relationship Id="rId7" Type="http://schemas.openxmlformats.org/officeDocument/2006/relationships/oleObject" Target="../embeddings/oleObject29.bin"/><Relationship Id="rId6" Type="http://schemas.openxmlformats.org/officeDocument/2006/relationships/image" Target="../media/image8.wmf"/><Relationship Id="rId5" Type="http://schemas.openxmlformats.org/officeDocument/2006/relationships/oleObject" Target="../embeddings/oleObject28.bin"/><Relationship Id="rId4" Type="http://schemas.openxmlformats.org/officeDocument/2006/relationships/image" Target="../media/image26.wmf"/><Relationship Id="rId3" Type="http://schemas.openxmlformats.org/officeDocument/2006/relationships/oleObject" Target="../embeddings/oleObject27.bin"/><Relationship Id="rId2" Type="http://schemas.openxmlformats.org/officeDocument/2006/relationships/image" Target="../media/image25.wmf"/><Relationship Id="rId12" Type="http://schemas.openxmlformats.org/officeDocument/2006/relationships/vmlDrawing" Target="../drawings/vmlDrawing6.vml"/><Relationship Id="rId11" Type="http://schemas.openxmlformats.org/officeDocument/2006/relationships/slideLayout" Target="../slideLayouts/slideLayout6.xml"/><Relationship Id="rId10" Type="http://schemas.openxmlformats.org/officeDocument/2006/relationships/image" Target="../media/image10.wmf"/><Relationship Id="rId1" Type="http://schemas.openxmlformats.org/officeDocument/2006/relationships/oleObject" Target="../embeddings/oleObject26.bin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openxmlformats.org/officeDocument/2006/relationships/image" Target="../media/image11.wmf"/><Relationship Id="rId7" Type="http://schemas.openxmlformats.org/officeDocument/2006/relationships/oleObject" Target="../embeddings/oleObject34.bin"/><Relationship Id="rId6" Type="http://schemas.openxmlformats.org/officeDocument/2006/relationships/image" Target="../media/image13.wmf"/><Relationship Id="rId5" Type="http://schemas.openxmlformats.org/officeDocument/2006/relationships/oleObject" Target="../embeddings/oleObject33.bin"/><Relationship Id="rId4" Type="http://schemas.openxmlformats.org/officeDocument/2006/relationships/image" Target="../media/image12.wmf"/><Relationship Id="rId3" Type="http://schemas.openxmlformats.org/officeDocument/2006/relationships/oleObject" Target="../embeddings/oleObject32.bin"/><Relationship Id="rId2" Type="http://schemas.openxmlformats.org/officeDocument/2006/relationships/image" Target="../media/image4.wmf"/><Relationship Id="rId10" Type="http://schemas.openxmlformats.org/officeDocument/2006/relationships/vmlDrawing" Target="../drawings/vmlDrawing7.vml"/><Relationship Id="rId1" Type="http://schemas.openxmlformats.org/officeDocument/2006/relationships/oleObject" Target="../embeddings/oleObject31.bin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9.bin"/><Relationship Id="rId8" Type="http://schemas.openxmlformats.org/officeDocument/2006/relationships/image" Target="../media/image30.wmf"/><Relationship Id="rId7" Type="http://schemas.openxmlformats.org/officeDocument/2006/relationships/oleObject" Target="../embeddings/oleObject38.bin"/><Relationship Id="rId6" Type="http://schemas.openxmlformats.org/officeDocument/2006/relationships/image" Target="../media/image29.wmf"/><Relationship Id="rId5" Type="http://schemas.openxmlformats.org/officeDocument/2006/relationships/oleObject" Target="../embeddings/oleObject37.bin"/><Relationship Id="rId4" Type="http://schemas.openxmlformats.org/officeDocument/2006/relationships/image" Target="../media/image28.wmf"/><Relationship Id="rId3" Type="http://schemas.openxmlformats.org/officeDocument/2006/relationships/oleObject" Target="../embeddings/oleObject36.bin"/><Relationship Id="rId2" Type="http://schemas.openxmlformats.org/officeDocument/2006/relationships/image" Target="../media/image27.wmf"/><Relationship Id="rId16" Type="http://schemas.openxmlformats.org/officeDocument/2006/relationships/vmlDrawing" Target="../drawings/vmlDrawing8.vml"/><Relationship Id="rId15" Type="http://schemas.openxmlformats.org/officeDocument/2006/relationships/slideLayout" Target="../slideLayouts/slideLayout4.xml"/><Relationship Id="rId14" Type="http://schemas.openxmlformats.org/officeDocument/2006/relationships/image" Target="../media/image33.wmf"/><Relationship Id="rId13" Type="http://schemas.openxmlformats.org/officeDocument/2006/relationships/oleObject" Target="../embeddings/oleObject41.bin"/><Relationship Id="rId12" Type="http://schemas.openxmlformats.org/officeDocument/2006/relationships/image" Target="../media/image32.wmf"/><Relationship Id="rId11" Type="http://schemas.openxmlformats.org/officeDocument/2006/relationships/oleObject" Target="../embeddings/oleObject40.bin"/><Relationship Id="rId10" Type="http://schemas.openxmlformats.org/officeDocument/2006/relationships/image" Target="../media/image31.wmf"/><Relationship Id="rId1" Type="http://schemas.openxmlformats.org/officeDocument/2006/relationships/oleObject" Target="../embeddings/oleObject35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9.vml"/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36.wmf"/><Relationship Id="rId5" Type="http://schemas.openxmlformats.org/officeDocument/2006/relationships/oleObject" Target="../embeddings/oleObject44.bin"/><Relationship Id="rId4" Type="http://schemas.openxmlformats.org/officeDocument/2006/relationships/image" Target="../media/image35.wmf"/><Relationship Id="rId3" Type="http://schemas.openxmlformats.org/officeDocument/2006/relationships/oleObject" Target="../embeddings/oleObject43.bin"/><Relationship Id="rId2" Type="http://schemas.openxmlformats.org/officeDocument/2006/relationships/image" Target="../media/image34.wmf"/><Relationship Id="rId1" Type="http://schemas.openxmlformats.org/officeDocument/2006/relationships/oleObject" Target="../embeddings/oleObject42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0.vml"/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39.wmf"/><Relationship Id="rId5" Type="http://schemas.openxmlformats.org/officeDocument/2006/relationships/oleObject" Target="../embeddings/oleObject47.bin"/><Relationship Id="rId4" Type="http://schemas.openxmlformats.org/officeDocument/2006/relationships/image" Target="../media/image38.wmf"/><Relationship Id="rId3" Type="http://schemas.openxmlformats.org/officeDocument/2006/relationships/oleObject" Target="../embeddings/oleObject46.bin"/><Relationship Id="rId2" Type="http://schemas.openxmlformats.org/officeDocument/2006/relationships/image" Target="../media/image37.wmf"/><Relationship Id="rId1" Type="http://schemas.openxmlformats.org/officeDocument/2006/relationships/oleObject" Target="../embeddings/oleObject45.bin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2.bin"/><Relationship Id="rId8" Type="http://schemas.openxmlformats.org/officeDocument/2006/relationships/image" Target="../media/image43.wmf"/><Relationship Id="rId7" Type="http://schemas.openxmlformats.org/officeDocument/2006/relationships/oleObject" Target="../embeddings/oleObject51.bin"/><Relationship Id="rId6" Type="http://schemas.openxmlformats.org/officeDocument/2006/relationships/image" Target="../media/image42.wmf"/><Relationship Id="rId5" Type="http://schemas.openxmlformats.org/officeDocument/2006/relationships/oleObject" Target="../embeddings/oleObject50.bin"/><Relationship Id="rId4" Type="http://schemas.openxmlformats.org/officeDocument/2006/relationships/image" Target="../media/image41.wmf"/><Relationship Id="rId3" Type="http://schemas.openxmlformats.org/officeDocument/2006/relationships/oleObject" Target="../embeddings/oleObject49.bin"/><Relationship Id="rId2" Type="http://schemas.openxmlformats.org/officeDocument/2006/relationships/image" Target="../media/image40.wmf"/><Relationship Id="rId14" Type="http://schemas.openxmlformats.org/officeDocument/2006/relationships/vmlDrawing" Target="../drawings/vmlDrawing11.vml"/><Relationship Id="rId13" Type="http://schemas.openxmlformats.org/officeDocument/2006/relationships/slideLayout" Target="../slideLayouts/slideLayout4.xml"/><Relationship Id="rId12" Type="http://schemas.openxmlformats.org/officeDocument/2006/relationships/image" Target="../media/image45.wmf"/><Relationship Id="rId11" Type="http://schemas.openxmlformats.org/officeDocument/2006/relationships/oleObject" Target="../embeddings/oleObject53.bin"/><Relationship Id="rId10" Type="http://schemas.openxmlformats.org/officeDocument/2006/relationships/image" Target="../media/image44.wmf"/><Relationship Id="rId1" Type="http://schemas.openxmlformats.org/officeDocument/2006/relationships/oleObject" Target="../embeddings/oleObject48.bin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8.bin"/><Relationship Id="rId8" Type="http://schemas.openxmlformats.org/officeDocument/2006/relationships/image" Target="../media/image49.wmf"/><Relationship Id="rId7" Type="http://schemas.openxmlformats.org/officeDocument/2006/relationships/oleObject" Target="../embeddings/oleObject57.bin"/><Relationship Id="rId6" Type="http://schemas.openxmlformats.org/officeDocument/2006/relationships/image" Target="../media/image48.wmf"/><Relationship Id="rId5" Type="http://schemas.openxmlformats.org/officeDocument/2006/relationships/oleObject" Target="../embeddings/oleObject56.bin"/><Relationship Id="rId4" Type="http://schemas.openxmlformats.org/officeDocument/2006/relationships/image" Target="../media/image47.wmf"/><Relationship Id="rId3" Type="http://schemas.openxmlformats.org/officeDocument/2006/relationships/oleObject" Target="../embeddings/oleObject55.bin"/><Relationship Id="rId2" Type="http://schemas.openxmlformats.org/officeDocument/2006/relationships/image" Target="../media/image46.wmf"/><Relationship Id="rId12" Type="http://schemas.openxmlformats.org/officeDocument/2006/relationships/vmlDrawing" Target="../drawings/vmlDrawing12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50.wmf"/><Relationship Id="rId1" Type="http://schemas.openxmlformats.org/officeDocument/2006/relationships/oleObject" Target="../embeddings/oleObject54.bin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55.wmf"/><Relationship Id="rId8" Type="http://schemas.openxmlformats.org/officeDocument/2006/relationships/oleObject" Target="../embeddings/oleObject62.bin"/><Relationship Id="rId7" Type="http://schemas.openxmlformats.org/officeDocument/2006/relationships/image" Target="../media/image54.wmf"/><Relationship Id="rId6" Type="http://schemas.openxmlformats.org/officeDocument/2006/relationships/oleObject" Target="../embeddings/oleObject61.bin"/><Relationship Id="rId5" Type="http://schemas.openxmlformats.org/officeDocument/2006/relationships/image" Target="../media/image53.wmf"/><Relationship Id="rId4" Type="http://schemas.openxmlformats.org/officeDocument/2006/relationships/oleObject" Target="../embeddings/oleObject60.bin"/><Relationship Id="rId3" Type="http://schemas.openxmlformats.org/officeDocument/2006/relationships/image" Target="../media/image52.wmf"/><Relationship Id="rId2" Type="http://schemas.openxmlformats.org/officeDocument/2006/relationships/oleObject" Target="../embeddings/oleObject59.bin"/><Relationship Id="rId13" Type="http://schemas.openxmlformats.org/officeDocument/2006/relationships/vmlDrawing" Target="../drawings/vmlDrawing13.vml"/><Relationship Id="rId12" Type="http://schemas.openxmlformats.org/officeDocument/2006/relationships/slideLayout" Target="../slideLayouts/slideLayout13.xml"/><Relationship Id="rId11" Type="http://schemas.openxmlformats.org/officeDocument/2006/relationships/image" Target="../media/image56.wmf"/><Relationship Id="rId10" Type="http://schemas.openxmlformats.org/officeDocument/2006/relationships/oleObject" Target="../embeddings/oleObject63.bin"/><Relationship Id="rId1" Type="http://schemas.openxmlformats.org/officeDocument/2006/relationships/image" Target="../media/image51.wmf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8.bin"/><Relationship Id="rId8" Type="http://schemas.openxmlformats.org/officeDocument/2006/relationships/image" Target="../media/image60.wmf"/><Relationship Id="rId7" Type="http://schemas.openxmlformats.org/officeDocument/2006/relationships/oleObject" Target="../embeddings/oleObject67.bin"/><Relationship Id="rId6" Type="http://schemas.openxmlformats.org/officeDocument/2006/relationships/image" Target="../media/image59.wmf"/><Relationship Id="rId5" Type="http://schemas.openxmlformats.org/officeDocument/2006/relationships/oleObject" Target="../embeddings/oleObject66.bin"/><Relationship Id="rId4" Type="http://schemas.openxmlformats.org/officeDocument/2006/relationships/image" Target="../media/image58.wmf"/><Relationship Id="rId3" Type="http://schemas.openxmlformats.org/officeDocument/2006/relationships/oleObject" Target="../embeddings/oleObject65.bin"/><Relationship Id="rId2" Type="http://schemas.openxmlformats.org/officeDocument/2006/relationships/image" Target="../media/image57.wmf"/><Relationship Id="rId14" Type="http://schemas.openxmlformats.org/officeDocument/2006/relationships/vmlDrawing" Target="../drawings/vmlDrawing14.v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62.wmf"/><Relationship Id="rId11" Type="http://schemas.openxmlformats.org/officeDocument/2006/relationships/oleObject" Target="../embeddings/oleObject69.bin"/><Relationship Id="rId10" Type="http://schemas.openxmlformats.org/officeDocument/2006/relationships/image" Target="../media/image61.wmf"/><Relationship Id="rId1" Type="http://schemas.openxmlformats.org/officeDocument/2006/relationships/oleObject" Target="../embeddings/oleObject64.bin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67.wmf"/><Relationship Id="rId8" Type="http://schemas.openxmlformats.org/officeDocument/2006/relationships/oleObject" Target="../embeddings/oleObject73.bin"/><Relationship Id="rId7" Type="http://schemas.openxmlformats.org/officeDocument/2006/relationships/image" Target="../media/image66.emf"/><Relationship Id="rId6" Type="http://schemas.openxmlformats.org/officeDocument/2006/relationships/image" Target="../media/image65.wmf"/><Relationship Id="rId5" Type="http://schemas.openxmlformats.org/officeDocument/2006/relationships/oleObject" Target="../embeddings/oleObject72.bin"/><Relationship Id="rId4" Type="http://schemas.openxmlformats.org/officeDocument/2006/relationships/image" Target="../media/image64.wmf"/><Relationship Id="rId3" Type="http://schemas.openxmlformats.org/officeDocument/2006/relationships/oleObject" Target="../embeddings/oleObject71.bin"/><Relationship Id="rId2" Type="http://schemas.openxmlformats.org/officeDocument/2006/relationships/image" Target="../media/image63.wmf"/><Relationship Id="rId16" Type="http://schemas.openxmlformats.org/officeDocument/2006/relationships/vmlDrawing" Target="../drawings/vmlDrawing15.vml"/><Relationship Id="rId15" Type="http://schemas.openxmlformats.org/officeDocument/2006/relationships/slideLayout" Target="../slideLayouts/slideLayout13.xml"/><Relationship Id="rId14" Type="http://schemas.openxmlformats.org/officeDocument/2006/relationships/image" Target="../media/image68.wmf"/><Relationship Id="rId13" Type="http://schemas.openxmlformats.org/officeDocument/2006/relationships/oleObject" Target="../embeddings/oleObject76.bin"/><Relationship Id="rId12" Type="http://schemas.openxmlformats.org/officeDocument/2006/relationships/image" Target="../media/image59.wmf"/><Relationship Id="rId11" Type="http://schemas.openxmlformats.org/officeDocument/2006/relationships/oleObject" Target="../embeddings/oleObject75.bin"/><Relationship Id="rId10" Type="http://schemas.openxmlformats.org/officeDocument/2006/relationships/oleObject" Target="../embeddings/oleObject74.bin"/><Relationship Id="rId1" Type="http://schemas.openxmlformats.org/officeDocument/2006/relationships/oleObject" Target="../embeddings/oleObject70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4-38</a:t>
            </a:r>
            <a:endParaRPr lang="en-US" altLang="zh-CN" dirty="0"/>
          </a:p>
        </p:txBody>
      </p:sp>
      <p:sp>
        <p:nvSpPr>
          <p:cNvPr id="3075" name="Rectangle 3"/>
          <p:cNvSpPr/>
          <p:nvPr/>
        </p:nvSpPr>
        <p:spPr>
          <a:xfrm>
            <a:off x="0" y="32004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zh-CN" sz="1800" dirty="0"/>
          </a:p>
        </p:txBody>
      </p:sp>
      <p:graphicFrame>
        <p:nvGraphicFramePr>
          <p:cNvPr id="3076" name="Object 4"/>
          <p:cNvGraphicFramePr>
            <a:graphicFrameLocks noChangeAspect="1"/>
          </p:cNvGraphicFramePr>
          <p:nvPr/>
        </p:nvGraphicFramePr>
        <p:xfrm>
          <a:off x="900113" y="1341438"/>
          <a:ext cx="7488237" cy="1230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2781300" imgH="457200" progId="Equation.DSMT4">
                  <p:embed/>
                </p:oleObj>
              </mc:Choice>
              <mc:Fallback>
                <p:oleObj name="" r:id="rId1" imgW="2781300" imgH="457200" progId="Equation.DSMT4">
                  <p:embed/>
                  <p:pic>
                    <p:nvPicPr>
                      <p:cNvPr id="0" name="图片 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00113" y="1341438"/>
                        <a:ext cx="7488237" cy="12303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7" name="Rectangle 5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aphicFrame>
        <p:nvGraphicFramePr>
          <p:cNvPr id="3078" name="Object 6"/>
          <p:cNvGraphicFramePr>
            <a:graphicFrameLocks noChangeAspect="1"/>
          </p:cNvGraphicFramePr>
          <p:nvPr/>
        </p:nvGraphicFramePr>
        <p:xfrm>
          <a:off x="1116013" y="2636838"/>
          <a:ext cx="6275387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3" imgW="2501900" imgH="393700" progId="Equation.DSMT4">
                  <p:embed/>
                </p:oleObj>
              </mc:Choice>
              <mc:Fallback>
                <p:oleObj name="" r:id="rId3" imgW="2501900" imgH="393700" progId="Equation.DSMT4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16013" y="2636838"/>
                        <a:ext cx="6275387" cy="977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9" name="Rectangle 7"/>
          <p:cNvSpPr/>
          <p:nvPr/>
        </p:nvSpPr>
        <p:spPr>
          <a:xfrm>
            <a:off x="-252412" y="32131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3080" name="Rectangle 9"/>
          <p:cNvSpPr/>
          <p:nvPr/>
        </p:nvSpPr>
        <p:spPr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aphicFrame>
        <p:nvGraphicFramePr>
          <p:cNvPr id="3081" name="Object 11"/>
          <p:cNvGraphicFramePr>
            <a:graphicFrameLocks noChangeAspect="1"/>
          </p:cNvGraphicFramePr>
          <p:nvPr>
            <p:ph idx="1"/>
          </p:nvPr>
        </p:nvGraphicFramePr>
        <p:xfrm>
          <a:off x="1187450" y="4005263"/>
          <a:ext cx="6985000" cy="118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5" imgW="2628900" imgH="444500" progId="Equation.DSMT4">
                  <p:embed/>
                </p:oleObj>
              </mc:Choice>
              <mc:Fallback>
                <p:oleObj name="" r:id="rId5" imgW="2628900" imgH="444500" progId="Equation.DSMT4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>
                      <a:xfrm>
                        <a:off x="1187450" y="4005263"/>
                        <a:ext cx="6985000" cy="11811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537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4000" dirty="0"/>
              <a:t>4-38</a:t>
            </a:r>
            <a:r>
              <a:rPr lang="zh-CN" altLang="en-US" sz="4000" dirty="0"/>
              <a:t>（</a:t>
            </a:r>
            <a:r>
              <a:rPr lang="en-US" altLang="zh-CN" sz="4000" dirty="0"/>
              <a:t>1</a:t>
            </a:r>
            <a:r>
              <a:rPr lang="zh-CN" altLang="en-US" sz="4000" dirty="0"/>
              <a:t>）</a:t>
            </a:r>
            <a:endParaRPr lang="zh-CN" altLang="en-US" sz="4000" dirty="0"/>
          </a:p>
        </p:txBody>
      </p:sp>
      <p:graphicFrame>
        <p:nvGraphicFramePr>
          <p:cNvPr id="4099" name="Object 4"/>
          <p:cNvGraphicFramePr>
            <a:graphicFrameLocks noChangeAspect="1"/>
          </p:cNvGraphicFramePr>
          <p:nvPr/>
        </p:nvGraphicFramePr>
        <p:xfrm>
          <a:off x="200025" y="1111250"/>
          <a:ext cx="5329238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2349500" imgH="228600" progId="Equation.DSMT4">
                  <p:embed/>
                </p:oleObj>
              </mc:Choice>
              <mc:Fallback>
                <p:oleObj name="" r:id="rId1" imgW="2349500" imgH="228600" progId="Equation.DSMT4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00025" y="1111250"/>
                        <a:ext cx="5329238" cy="517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0" name="Object 5"/>
          <p:cNvGraphicFramePr>
            <a:graphicFrameLocks noChangeAspect="1"/>
          </p:cNvGraphicFramePr>
          <p:nvPr/>
        </p:nvGraphicFramePr>
        <p:xfrm>
          <a:off x="200025" y="1803400"/>
          <a:ext cx="4608513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3" imgW="1879600" imgH="228600" progId="Equation.DSMT4">
                  <p:embed/>
                </p:oleObj>
              </mc:Choice>
              <mc:Fallback>
                <p:oleObj name="" r:id="rId3" imgW="1879600" imgH="228600" progId="Equation.DSMT4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0025" y="1803400"/>
                        <a:ext cx="4608513" cy="561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1" name="Object 6"/>
          <p:cNvGraphicFramePr>
            <a:graphicFrameLocks noChangeAspect="1"/>
          </p:cNvGraphicFramePr>
          <p:nvPr/>
        </p:nvGraphicFramePr>
        <p:xfrm>
          <a:off x="187325" y="2462213"/>
          <a:ext cx="4573588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5" imgW="2082800" imgH="431800" progId="Equation.DSMT4">
                  <p:embed/>
                </p:oleObj>
              </mc:Choice>
              <mc:Fallback>
                <p:oleObj name="" r:id="rId5" imgW="2082800" imgH="431800" progId="Equation.DSMT4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7325" y="2462213"/>
                        <a:ext cx="4573588" cy="939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102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64225" y="795338"/>
            <a:ext cx="2843213" cy="19478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103" name="Rectangle 8"/>
          <p:cNvSpPr/>
          <p:nvPr/>
        </p:nvSpPr>
        <p:spPr>
          <a:xfrm>
            <a:off x="0" y="18034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4104" name="Rectangle 9"/>
          <p:cNvSpPr/>
          <p:nvPr/>
        </p:nvSpPr>
        <p:spPr>
          <a:xfrm>
            <a:off x="0" y="19161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4105" name="Rectangle 10"/>
          <p:cNvSpPr/>
          <p:nvPr/>
        </p:nvSpPr>
        <p:spPr>
          <a:xfrm>
            <a:off x="-252412" y="2598738"/>
            <a:ext cx="184150" cy="3667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zh-CN" sz="1800" dirty="0"/>
          </a:p>
        </p:txBody>
      </p:sp>
      <p:sp>
        <p:nvSpPr>
          <p:cNvPr id="4106" name="Rectangle 11"/>
          <p:cNvSpPr/>
          <p:nvPr/>
        </p:nvSpPr>
        <p:spPr>
          <a:xfrm>
            <a:off x="539750" y="4292600"/>
            <a:ext cx="17081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000" dirty="0">
                <a:latin typeface="宋体" panose="02010600030101010101" pitchFamily="2" charset="-122"/>
                <a:cs typeface="Times New Roman" panose="02020603050405020304" pitchFamily="18" charset="0"/>
              </a:rPr>
              <a:t>                        </a:t>
            </a:r>
            <a:endParaRPr lang="en-US" altLang="zh-CN" sz="1100" dirty="0"/>
          </a:p>
          <a:p>
            <a:pPr marL="0" lvl="0" indent="0">
              <a:spcBef>
                <a:spcPct val="0"/>
              </a:spcBef>
              <a:buNone/>
            </a:pPr>
            <a:endParaRPr lang="en-US" altLang="zh-CN" sz="1800" dirty="0"/>
          </a:p>
        </p:txBody>
      </p:sp>
      <p:sp>
        <p:nvSpPr>
          <p:cNvPr id="4107" name="Rectangle 12"/>
          <p:cNvSpPr/>
          <p:nvPr/>
        </p:nvSpPr>
        <p:spPr>
          <a:xfrm>
            <a:off x="0" y="32273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4108" name="Rectangle 13"/>
          <p:cNvSpPr/>
          <p:nvPr/>
        </p:nvSpPr>
        <p:spPr>
          <a:xfrm>
            <a:off x="0" y="32004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aphicFrame>
        <p:nvGraphicFramePr>
          <p:cNvPr id="4109" name="Object 14"/>
          <p:cNvGraphicFramePr>
            <a:graphicFrameLocks noChangeAspect="1"/>
          </p:cNvGraphicFramePr>
          <p:nvPr/>
        </p:nvGraphicFramePr>
        <p:xfrm>
          <a:off x="92075" y="3238500"/>
          <a:ext cx="5543550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8" imgW="2197100" imgH="457200" progId="Equation.DSMT4">
                  <p:embed/>
                </p:oleObj>
              </mc:Choice>
              <mc:Fallback>
                <p:oleObj name="" r:id="rId8" imgW="2197100" imgH="457200" progId="Equation.DSMT4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92075" y="3238500"/>
                        <a:ext cx="5543550" cy="1152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0" name="Object 7"/>
          <p:cNvGraphicFramePr>
            <a:graphicFrameLocks noChangeAspect="1"/>
          </p:cNvGraphicFramePr>
          <p:nvPr/>
        </p:nvGraphicFramePr>
        <p:xfrm>
          <a:off x="179388" y="4592638"/>
          <a:ext cx="113030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10" imgW="457200" imgH="228600" progId="Equation.DSMT4">
                  <p:embed/>
                </p:oleObj>
              </mc:Choice>
              <mc:Fallback>
                <p:oleObj name="" r:id="rId10" imgW="457200" imgH="228600" progId="Equation.DSMT4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79388" y="4592638"/>
                        <a:ext cx="1130300" cy="565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1" name="Object 7"/>
          <p:cNvGraphicFramePr>
            <a:graphicFrameLocks noChangeAspect="1"/>
          </p:cNvGraphicFramePr>
          <p:nvPr/>
        </p:nvGraphicFramePr>
        <p:xfrm>
          <a:off x="153988" y="5372100"/>
          <a:ext cx="1789112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12" imgW="622300" imgH="228600" progId="Equation.DSMT4">
                  <p:embed/>
                </p:oleObj>
              </mc:Choice>
              <mc:Fallback>
                <p:oleObj name="" r:id="rId12" imgW="622300" imgH="228600" progId="Equation.DSMT4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3988" y="5372100"/>
                        <a:ext cx="1789112" cy="660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7512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4000" dirty="0"/>
              <a:t>4-38</a:t>
            </a:r>
            <a:r>
              <a:rPr lang="zh-CN" altLang="en-US" sz="4000" dirty="0"/>
              <a:t>（</a:t>
            </a:r>
            <a:r>
              <a:rPr lang="en-US" altLang="zh-CN" sz="4000" dirty="0"/>
              <a:t>2</a:t>
            </a:r>
            <a:r>
              <a:rPr lang="zh-CN" altLang="en-US" sz="4000" dirty="0"/>
              <a:t>）单出</a:t>
            </a:r>
            <a:endParaRPr lang="zh-CN" altLang="en-US" sz="4000" dirty="0"/>
          </a:p>
        </p:txBody>
      </p:sp>
      <p:sp>
        <p:nvSpPr>
          <p:cNvPr id="5123" name="Rectangle 3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5124" name="Rectangle 4"/>
          <p:cNvSpPr/>
          <p:nvPr/>
        </p:nvSpPr>
        <p:spPr>
          <a:xfrm>
            <a:off x="0" y="32004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aphicFrame>
        <p:nvGraphicFramePr>
          <p:cNvPr id="5125" name="Object 5"/>
          <p:cNvGraphicFramePr>
            <a:graphicFrameLocks noChangeAspect="1"/>
          </p:cNvGraphicFramePr>
          <p:nvPr/>
        </p:nvGraphicFramePr>
        <p:xfrm>
          <a:off x="179388" y="4591050"/>
          <a:ext cx="5959475" cy="1223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" r:id="rId1" imgW="2222500" imgH="457200" progId="Equation.DSMT4">
                  <p:embed/>
                </p:oleObj>
              </mc:Choice>
              <mc:Fallback>
                <p:oleObj name="" r:id="rId1" imgW="2222500" imgH="457200" progId="Equation.DSMT4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9388" y="4591050"/>
                        <a:ext cx="5959475" cy="12239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6" name="Rectangle 6"/>
          <p:cNvSpPr/>
          <p:nvPr/>
        </p:nvSpPr>
        <p:spPr>
          <a:xfrm>
            <a:off x="0" y="31861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5127" name="Rectangle 8"/>
          <p:cNvSpPr/>
          <p:nvPr/>
        </p:nvSpPr>
        <p:spPr>
          <a:xfrm>
            <a:off x="0" y="32146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5128" name="Rectangle 10"/>
          <p:cNvSpPr/>
          <p:nvPr/>
        </p:nvSpPr>
        <p:spPr>
          <a:xfrm>
            <a:off x="0" y="33099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aphicFrame>
        <p:nvGraphicFramePr>
          <p:cNvPr id="5129" name="Object 4"/>
          <p:cNvGraphicFramePr>
            <a:graphicFrameLocks noChangeAspect="1"/>
          </p:cNvGraphicFramePr>
          <p:nvPr/>
        </p:nvGraphicFramePr>
        <p:xfrm>
          <a:off x="163513" y="1520825"/>
          <a:ext cx="6734175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3" imgW="2349500" imgH="228600" progId="Equation.DSMT4">
                  <p:embed/>
                </p:oleObj>
              </mc:Choice>
              <mc:Fallback>
                <p:oleObj name="" r:id="rId3" imgW="2349500" imgH="228600" progId="Equation.DSMT4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3513" y="1520825"/>
                        <a:ext cx="6734175" cy="654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0" name="Object 5"/>
          <p:cNvGraphicFramePr>
            <a:graphicFrameLocks noChangeAspect="1"/>
          </p:cNvGraphicFramePr>
          <p:nvPr/>
        </p:nvGraphicFramePr>
        <p:xfrm>
          <a:off x="163513" y="2652713"/>
          <a:ext cx="3768725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" r:id="rId5" imgW="1536700" imgH="228600" progId="Equation.DSMT4">
                  <p:embed/>
                </p:oleObj>
              </mc:Choice>
              <mc:Fallback>
                <p:oleObj name="" r:id="rId5" imgW="1536700" imgH="228600" progId="Equation.DSMT4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3513" y="2652713"/>
                        <a:ext cx="3768725" cy="561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1" name="Object 13"/>
          <p:cNvGraphicFramePr>
            <a:graphicFrameLocks noChangeAspect="1"/>
          </p:cNvGraphicFramePr>
          <p:nvPr/>
        </p:nvGraphicFramePr>
        <p:xfrm>
          <a:off x="180975" y="3611563"/>
          <a:ext cx="5399088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7" imgW="2019300" imgH="279400" progId="Equation.DSMT4">
                  <p:embed/>
                </p:oleObj>
              </mc:Choice>
              <mc:Fallback>
                <p:oleObj name="" r:id="rId7" imgW="2019300" imgH="279400" progId="Equation.DSMT4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80975" y="3611563"/>
                        <a:ext cx="5399088" cy="736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132" name="图片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54675" y="2387600"/>
            <a:ext cx="3032125" cy="20875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6146" name="Object 3"/>
          <p:cNvGraphicFramePr>
            <a:graphicFrameLocks noChangeAspect="1"/>
          </p:cNvGraphicFramePr>
          <p:nvPr>
            <p:ph sz="half" idx="1"/>
          </p:nvPr>
        </p:nvGraphicFramePr>
        <p:xfrm>
          <a:off x="107950" y="292100"/>
          <a:ext cx="3783013" cy="649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" r:id="rId1" imgW="1333500" imgH="228600" progId="Equation.DSMT4">
                  <p:embed/>
                </p:oleObj>
              </mc:Choice>
              <mc:Fallback>
                <p:oleObj name="" r:id="rId1" imgW="1333500" imgH="228600" progId="Equation.DSMT4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107950" y="292100"/>
                        <a:ext cx="3783013" cy="649288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147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5425" y="366713"/>
            <a:ext cx="2520950" cy="2014537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6148" name="Object 6"/>
          <p:cNvGraphicFramePr>
            <a:graphicFrameLocks noChangeAspect="1"/>
          </p:cNvGraphicFramePr>
          <p:nvPr/>
        </p:nvGraphicFramePr>
        <p:xfrm>
          <a:off x="85725" y="1649413"/>
          <a:ext cx="3333750" cy="639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4" imgW="1193800" imgH="228600" progId="Equation.DSMT4">
                  <p:embed/>
                </p:oleObj>
              </mc:Choice>
              <mc:Fallback>
                <p:oleObj name="" r:id="rId4" imgW="1193800" imgH="228600" progId="Equation.DSMT4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5725" y="1649413"/>
                        <a:ext cx="3333750" cy="6397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9" name="Object 7"/>
          <p:cNvGraphicFramePr>
            <a:graphicFrameLocks noChangeAspect="1"/>
          </p:cNvGraphicFramePr>
          <p:nvPr/>
        </p:nvGraphicFramePr>
        <p:xfrm>
          <a:off x="107950" y="2428875"/>
          <a:ext cx="6889750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6" imgW="3149600" imgH="457200" progId="Equation.DSMT4">
                  <p:embed/>
                </p:oleObj>
              </mc:Choice>
              <mc:Fallback>
                <p:oleObj name="" r:id="rId6" imgW="3149600" imgH="457200" progId="Equation.DSMT4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7950" y="2428875"/>
                        <a:ext cx="6889750" cy="1000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0" name="Rectangle 8"/>
          <p:cNvSpPr/>
          <p:nvPr/>
        </p:nvSpPr>
        <p:spPr>
          <a:xfrm>
            <a:off x="0" y="26860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6151" name="Rectangle 9"/>
          <p:cNvSpPr/>
          <p:nvPr/>
        </p:nvSpPr>
        <p:spPr>
          <a:xfrm>
            <a:off x="0" y="26860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aphicFrame>
        <p:nvGraphicFramePr>
          <p:cNvPr id="6152" name="Object 10"/>
          <p:cNvGraphicFramePr>
            <a:graphicFrameLocks noChangeAspect="1"/>
          </p:cNvGraphicFramePr>
          <p:nvPr>
            <p:ph sz="half" idx="2"/>
          </p:nvPr>
        </p:nvGraphicFramePr>
        <p:xfrm>
          <a:off x="684213" y="1041400"/>
          <a:ext cx="5624512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8" imgW="1993900" imgH="203200" progId="Equation.DSMT4">
                  <p:embed/>
                </p:oleObj>
              </mc:Choice>
              <mc:Fallback>
                <p:oleObj name="" r:id="rId8" imgW="1993900" imgH="203200" progId="Equation.DSMT4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>
                      <a:xfrm>
                        <a:off x="684213" y="1041400"/>
                        <a:ext cx="5624512" cy="5715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3" name="Rectangle 14"/>
          <p:cNvSpPr/>
          <p:nvPr/>
        </p:nvSpPr>
        <p:spPr>
          <a:xfrm>
            <a:off x="0" y="32908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aphicFrame>
        <p:nvGraphicFramePr>
          <p:cNvPr id="6154" name="Object 7"/>
          <p:cNvGraphicFramePr>
            <a:graphicFrameLocks noChangeAspect="1"/>
          </p:cNvGraphicFramePr>
          <p:nvPr/>
        </p:nvGraphicFramePr>
        <p:xfrm>
          <a:off x="179388" y="3746500"/>
          <a:ext cx="4916487" cy="1268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10" imgW="1879600" imgH="482600" progId="Equation.DSMT4">
                  <p:embed/>
                </p:oleObj>
              </mc:Choice>
              <mc:Fallback>
                <p:oleObj name="" r:id="rId10" imgW="1879600" imgH="482600" progId="Equation.DSMT4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79388" y="3746500"/>
                        <a:ext cx="4916487" cy="12684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5" name="Object 9"/>
          <p:cNvGraphicFramePr>
            <a:graphicFrameLocks noChangeAspect="1"/>
          </p:cNvGraphicFramePr>
          <p:nvPr/>
        </p:nvGraphicFramePr>
        <p:xfrm>
          <a:off x="82550" y="5208588"/>
          <a:ext cx="6073775" cy="1314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" r:id="rId12" imgW="1981200" imgH="431800" progId="Equation.DSMT4">
                  <p:embed/>
                </p:oleObj>
              </mc:Choice>
              <mc:Fallback>
                <p:oleObj name="" r:id="rId12" imgW="1981200" imgH="431800" progId="Equation.DSMT4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82550" y="5208588"/>
                        <a:ext cx="6073775" cy="1314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1975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4000" dirty="0"/>
              <a:t>4-39</a:t>
            </a:r>
            <a:endParaRPr lang="en-US" altLang="zh-CN" sz="4000" dirty="0"/>
          </a:p>
        </p:txBody>
      </p:sp>
      <p:graphicFrame>
        <p:nvGraphicFramePr>
          <p:cNvPr id="7171" name="Object 3"/>
          <p:cNvGraphicFramePr>
            <a:graphicFrameLocks noChangeAspect="1"/>
          </p:cNvGraphicFramePr>
          <p:nvPr/>
        </p:nvGraphicFramePr>
        <p:xfrm>
          <a:off x="250825" y="1341438"/>
          <a:ext cx="3311525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1" imgW="1206500" imgH="228600" progId="Equation.DSMT4">
                  <p:embed/>
                </p:oleObj>
              </mc:Choice>
              <mc:Fallback>
                <p:oleObj name="" r:id="rId1" imgW="1206500" imgH="228600" progId="Equation.DSMT4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0825" y="1341438"/>
                        <a:ext cx="3311525" cy="625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2" name="Object 4"/>
          <p:cNvGraphicFramePr>
            <a:graphicFrameLocks noChangeAspect="1"/>
          </p:cNvGraphicFramePr>
          <p:nvPr/>
        </p:nvGraphicFramePr>
        <p:xfrm>
          <a:off x="3851275" y="1268413"/>
          <a:ext cx="4897438" cy="912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3" imgW="2095500" imgH="393700" progId="Equation.DSMT4">
                  <p:embed/>
                </p:oleObj>
              </mc:Choice>
              <mc:Fallback>
                <p:oleObj name="" r:id="rId3" imgW="2095500" imgH="393700" progId="Equation.DSMT4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51275" y="1268413"/>
                        <a:ext cx="4897438" cy="9128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3" name="Rectangle 5"/>
          <p:cNvSpPr/>
          <p:nvPr/>
        </p:nvSpPr>
        <p:spPr>
          <a:xfrm>
            <a:off x="0" y="29972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7174" name="Rectangle 6"/>
          <p:cNvSpPr/>
          <p:nvPr/>
        </p:nvSpPr>
        <p:spPr>
          <a:xfrm>
            <a:off x="0" y="3225800"/>
            <a:ext cx="412750" cy="2444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1000" dirty="0">
                <a:cs typeface="Times New Roman" panose="02020603050405020304" pitchFamily="18" charset="0"/>
              </a:rPr>
              <a:t>  </a:t>
            </a:r>
            <a:endParaRPr lang="zh-CN" altLang="en-US" sz="1800" dirty="0"/>
          </a:p>
        </p:txBody>
      </p:sp>
      <p:graphicFrame>
        <p:nvGraphicFramePr>
          <p:cNvPr id="7175" name="Object 7"/>
          <p:cNvGraphicFramePr>
            <a:graphicFrameLocks noChangeAspect="1"/>
          </p:cNvGraphicFramePr>
          <p:nvPr/>
        </p:nvGraphicFramePr>
        <p:xfrm>
          <a:off x="1116013" y="2349500"/>
          <a:ext cx="6624637" cy="1127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5" imgW="2628900" imgH="444500" progId="Equation.DSMT4">
                  <p:embed/>
                </p:oleObj>
              </mc:Choice>
              <mc:Fallback>
                <p:oleObj name="" r:id="rId5" imgW="2628900" imgH="444500" progId="Equation.DSMT4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16013" y="2349500"/>
                        <a:ext cx="6624637" cy="1127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6" name="Object 8"/>
          <p:cNvGraphicFramePr>
            <a:graphicFrameLocks noChangeAspect="1"/>
          </p:cNvGraphicFramePr>
          <p:nvPr/>
        </p:nvGraphicFramePr>
        <p:xfrm>
          <a:off x="684213" y="3716338"/>
          <a:ext cx="7272337" cy="706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7" imgW="2349500" imgH="228600" progId="Equation.DSMT4">
                  <p:embed/>
                </p:oleObj>
              </mc:Choice>
              <mc:Fallback>
                <p:oleObj name="" r:id="rId7" imgW="2349500" imgH="228600" progId="Equation.DSMT4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84213" y="3716338"/>
                        <a:ext cx="7272337" cy="7064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7" name="Object 9"/>
          <p:cNvGraphicFramePr>
            <a:graphicFrameLocks noChangeAspect="1"/>
          </p:cNvGraphicFramePr>
          <p:nvPr/>
        </p:nvGraphicFramePr>
        <p:xfrm>
          <a:off x="541338" y="4760913"/>
          <a:ext cx="7124700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9" imgW="2476500" imgH="254000" progId="Equation.DSMT4">
                  <p:embed/>
                </p:oleObj>
              </mc:Choice>
              <mc:Fallback>
                <p:oleObj name="" r:id="rId9" imgW="2476500" imgH="254000" progId="Equation.DSMT4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41338" y="4760913"/>
                        <a:ext cx="7124700" cy="730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8" name="Object 10"/>
          <p:cNvGraphicFramePr>
            <a:graphicFrameLocks noChangeAspect="1"/>
          </p:cNvGraphicFramePr>
          <p:nvPr/>
        </p:nvGraphicFramePr>
        <p:xfrm>
          <a:off x="684213" y="5876925"/>
          <a:ext cx="5688012" cy="69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" r:id="rId11" imgW="1879600" imgH="228600" progId="Equation.DSMT4">
                  <p:embed/>
                </p:oleObj>
              </mc:Choice>
              <mc:Fallback>
                <p:oleObj name="" r:id="rId11" imgW="1879600" imgH="228600" progId="Equation.DSMT4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84213" y="5876925"/>
                        <a:ext cx="5688012" cy="693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9" name="Rectangle 11"/>
          <p:cNvSpPr/>
          <p:nvPr/>
        </p:nvSpPr>
        <p:spPr>
          <a:xfrm>
            <a:off x="0" y="2381250"/>
            <a:ext cx="10731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zh-CN" altLang="en-US" sz="1000" dirty="0">
                <a:latin typeface="宋体" panose="02010600030101010101" pitchFamily="2" charset="-122"/>
                <a:cs typeface="Times New Roman" panose="02020603050405020304" pitchFamily="18" charset="0"/>
              </a:rPr>
              <a:t>  </a:t>
            </a:r>
            <a:endParaRPr lang="zh-CN" altLang="en-US" sz="1800" dirty="0"/>
          </a:p>
        </p:txBody>
      </p:sp>
      <p:sp>
        <p:nvSpPr>
          <p:cNvPr id="7180" name="Rectangle 12"/>
          <p:cNvSpPr/>
          <p:nvPr/>
        </p:nvSpPr>
        <p:spPr>
          <a:xfrm>
            <a:off x="0" y="317976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7181" name="Rectangle 13"/>
          <p:cNvSpPr/>
          <p:nvPr/>
        </p:nvSpPr>
        <p:spPr>
          <a:xfrm>
            <a:off x="0" y="5915025"/>
            <a:ext cx="7937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dirty="0">
                <a:cs typeface="Times New Roman" panose="02020603050405020304" pitchFamily="18" charset="0"/>
              </a:rPr>
              <a:t>或：</a:t>
            </a:r>
            <a:endParaRPr lang="zh-CN" altLang="en-US" sz="2400" dirty="0"/>
          </a:p>
        </p:txBody>
      </p:sp>
      <p:sp>
        <p:nvSpPr>
          <p:cNvPr id="7182" name="Rectangle 14"/>
          <p:cNvSpPr/>
          <p:nvPr/>
        </p:nvSpPr>
        <p:spPr>
          <a:xfrm>
            <a:off x="0" y="4110038"/>
            <a:ext cx="222250" cy="2603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100" dirty="0"/>
              <a:t> </a:t>
            </a:r>
            <a:endParaRPr lang="en-US" altLang="zh-CN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Rectangle 2"/>
          <p:cNvSpPr/>
          <p:nvPr/>
        </p:nvSpPr>
        <p:spPr>
          <a:xfrm>
            <a:off x="0" y="32337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aphicFrame>
        <p:nvGraphicFramePr>
          <p:cNvPr id="8195" name="Object 3"/>
          <p:cNvGraphicFramePr>
            <a:graphicFrameLocks noChangeAspect="1"/>
          </p:cNvGraphicFramePr>
          <p:nvPr/>
        </p:nvGraphicFramePr>
        <p:xfrm>
          <a:off x="733425" y="781050"/>
          <a:ext cx="7245350" cy="1266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" r:id="rId1" imgW="2451100" imgH="431800" progId="Equation.DSMT4">
                  <p:embed/>
                </p:oleObj>
              </mc:Choice>
              <mc:Fallback>
                <p:oleObj name="" r:id="rId1" imgW="2451100" imgH="431800" progId="Equation.DSMT4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33425" y="781050"/>
                        <a:ext cx="7245350" cy="1266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6" name="Rectangle 4"/>
          <p:cNvSpPr/>
          <p:nvPr/>
        </p:nvSpPr>
        <p:spPr>
          <a:xfrm>
            <a:off x="0" y="32337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aphicFrame>
        <p:nvGraphicFramePr>
          <p:cNvPr id="8197" name="Object 5"/>
          <p:cNvGraphicFramePr>
            <a:graphicFrameLocks noChangeAspect="1"/>
          </p:cNvGraphicFramePr>
          <p:nvPr/>
        </p:nvGraphicFramePr>
        <p:xfrm>
          <a:off x="1493838" y="2368550"/>
          <a:ext cx="5938837" cy="1217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" name="" r:id="rId3" imgW="2082800" imgH="431800" progId="Equation.DSMT4">
                  <p:embed/>
                </p:oleObj>
              </mc:Choice>
              <mc:Fallback>
                <p:oleObj name="" r:id="rId3" imgW="2082800" imgH="431800" progId="Equation.DSMT4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93838" y="2368550"/>
                        <a:ext cx="5938837" cy="12176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8" name="Rectangle 6"/>
          <p:cNvSpPr/>
          <p:nvPr/>
        </p:nvSpPr>
        <p:spPr>
          <a:xfrm>
            <a:off x="468313" y="2676525"/>
            <a:ext cx="654050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dirty="0"/>
              <a:t>或</a:t>
            </a:r>
            <a:r>
              <a:rPr lang="zh-CN" altLang="en-US" sz="1800" dirty="0"/>
              <a:t> </a:t>
            </a:r>
            <a:endParaRPr lang="zh-CN" altLang="en-US" sz="1800" dirty="0"/>
          </a:p>
        </p:txBody>
      </p:sp>
      <p:sp>
        <p:nvSpPr>
          <p:cNvPr id="8199" name="Rectangle 7"/>
          <p:cNvSpPr/>
          <p:nvPr/>
        </p:nvSpPr>
        <p:spPr>
          <a:xfrm>
            <a:off x="0" y="32004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aphicFrame>
        <p:nvGraphicFramePr>
          <p:cNvPr id="8200" name="Object 8"/>
          <p:cNvGraphicFramePr>
            <a:graphicFrameLocks noChangeAspect="1"/>
          </p:cNvGraphicFramePr>
          <p:nvPr/>
        </p:nvGraphicFramePr>
        <p:xfrm>
          <a:off x="611188" y="4076700"/>
          <a:ext cx="6408737" cy="1331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" name="" r:id="rId5" imgW="2197100" imgH="457200" progId="Equation.DSMT4">
                  <p:embed/>
                </p:oleObj>
              </mc:Choice>
              <mc:Fallback>
                <p:oleObj name="" r:id="rId5" imgW="2197100" imgH="457200" progId="Equation.DSMT4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11188" y="4076700"/>
                        <a:ext cx="6408737" cy="13319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1" name="Object 7"/>
          <p:cNvGraphicFramePr>
            <a:graphicFrameLocks noChangeAspect="1"/>
          </p:cNvGraphicFramePr>
          <p:nvPr/>
        </p:nvGraphicFramePr>
        <p:xfrm>
          <a:off x="963613" y="5751513"/>
          <a:ext cx="113030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1" name="" r:id="rId7" imgW="457200" imgH="228600" progId="Equation.DSMT4">
                  <p:embed/>
                </p:oleObj>
              </mc:Choice>
              <mc:Fallback>
                <p:oleObj name="" r:id="rId7" imgW="457200" imgH="228600" progId="Equation.DSMT4">
                  <p:embed/>
                  <p:pic>
                    <p:nvPicPr>
                      <p:cNvPr id="0" name="图片 311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63613" y="5751513"/>
                        <a:ext cx="1130300" cy="565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2" name="Object 7"/>
          <p:cNvGraphicFramePr>
            <a:graphicFrameLocks noChangeAspect="1"/>
          </p:cNvGraphicFramePr>
          <p:nvPr/>
        </p:nvGraphicFramePr>
        <p:xfrm>
          <a:off x="3143250" y="5661025"/>
          <a:ext cx="1789113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name="" r:id="rId9" imgW="622300" imgH="228600" progId="Equation.DSMT4">
                  <p:embed/>
                </p:oleObj>
              </mc:Choice>
              <mc:Fallback>
                <p:oleObj name="" r:id="rId9" imgW="622300" imgH="228600" progId="Equation.DSMT4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143250" y="5661025"/>
                        <a:ext cx="1789113" cy="660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537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4000" dirty="0"/>
              <a:t>4-39(</a:t>
            </a:r>
            <a:r>
              <a:rPr lang="zh-CN" altLang="en-US" sz="4000" dirty="0"/>
              <a:t>单出</a:t>
            </a:r>
            <a:r>
              <a:rPr lang="en-US" altLang="zh-CN" sz="4000" dirty="0"/>
              <a:t>) </a:t>
            </a:r>
            <a:endParaRPr lang="en-US" altLang="zh-CN" sz="4000" dirty="0"/>
          </a:p>
        </p:txBody>
      </p:sp>
      <p:sp>
        <p:nvSpPr>
          <p:cNvPr id="9219" name="Rectangle 3"/>
          <p:cNvSpPr/>
          <p:nvPr/>
        </p:nvSpPr>
        <p:spPr>
          <a:xfrm>
            <a:off x="0" y="31861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9220" name="Rectangle 5"/>
          <p:cNvSpPr/>
          <p:nvPr/>
        </p:nvSpPr>
        <p:spPr>
          <a:xfrm>
            <a:off x="0" y="32146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9221" name="Rectangle 12"/>
          <p:cNvSpPr/>
          <p:nvPr/>
        </p:nvSpPr>
        <p:spPr>
          <a:xfrm>
            <a:off x="0" y="32004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aphicFrame>
        <p:nvGraphicFramePr>
          <p:cNvPr id="9222" name="Object 4"/>
          <p:cNvGraphicFramePr>
            <a:graphicFrameLocks noChangeAspect="1"/>
          </p:cNvGraphicFramePr>
          <p:nvPr/>
        </p:nvGraphicFramePr>
        <p:xfrm>
          <a:off x="250825" y="1479550"/>
          <a:ext cx="6734175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" r:id="rId1" imgW="2349500" imgH="228600" progId="Equation.DSMT4">
                  <p:embed/>
                </p:oleObj>
              </mc:Choice>
              <mc:Fallback>
                <p:oleObj name="" r:id="rId1" imgW="2349500" imgH="228600" progId="Equation.DSMT4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0825" y="1479550"/>
                        <a:ext cx="6734175" cy="654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3" name="Object 5"/>
          <p:cNvGraphicFramePr>
            <a:graphicFrameLocks noChangeAspect="1"/>
          </p:cNvGraphicFramePr>
          <p:nvPr/>
        </p:nvGraphicFramePr>
        <p:xfrm>
          <a:off x="219075" y="2578100"/>
          <a:ext cx="4386263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9" name="" r:id="rId3" imgW="1536700" imgH="228600" progId="Equation.DSMT4">
                  <p:embed/>
                </p:oleObj>
              </mc:Choice>
              <mc:Fallback>
                <p:oleObj name="" r:id="rId3" imgW="1536700" imgH="228600" progId="Equation.DSMT4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9075" y="2578100"/>
                        <a:ext cx="4386263" cy="654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4" name="Object 13"/>
          <p:cNvGraphicFramePr>
            <a:graphicFrameLocks noChangeAspect="1"/>
          </p:cNvGraphicFramePr>
          <p:nvPr/>
        </p:nvGraphicFramePr>
        <p:xfrm>
          <a:off x="247650" y="3548063"/>
          <a:ext cx="5399088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" r:id="rId5" imgW="2019300" imgH="279400" progId="Equation.DSMT4">
                  <p:embed/>
                </p:oleObj>
              </mc:Choice>
              <mc:Fallback>
                <p:oleObj name="" r:id="rId5" imgW="2019300" imgH="279400" progId="Equation.DSMT4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7650" y="3548063"/>
                        <a:ext cx="5399088" cy="736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5" name="Object 5"/>
          <p:cNvGraphicFramePr>
            <a:graphicFrameLocks noChangeAspect="1"/>
          </p:cNvGraphicFramePr>
          <p:nvPr/>
        </p:nvGraphicFramePr>
        <p:xfrm>
          <a:off x="219075" y="4554538"/>
          <a:ext cx="5959475" cy="1223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" name="" r:id="rId7" imgW="2222500" imgH="457200" progId="Equation.DSMT4">
                  <p:embed/>
                </p:oleObj>
              </mc:Choice>
              <mc:Fallback>
                <p:oleObj name="" r:id="rId7" imgW="2222500" imgH="457200" progId="Equation.DSMT4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19075" y="4554538"/>
                        <a:ext cx="5959475" cy="12239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9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4-39</a:t>
            </a:r>
            <a:endParaRPr lang="zh-CN" altLang="en-US" dirty="0"/>
          </a:p>
        </p:txBody>
      </p:sp>
      <p:graphicFrame>
        <p:nvGraphicFramePr>
          <p:cNvPr id="10243" name="Object 3"/>
          <p:cNvGraphicFramePr>
            <a:graphicFrameLocks noChangeAspect="1"/>
          </p:cNvGraphicFramePr>
          <p:nvPr>
            <p:ph sz="half" idx="1"/>
          </p:nvPr>
        </p:nvGraphicFramePr>
        <p:xfrm>
          <a:off x="250825" y="993775"/>
          <a:ext cx="3673475" cy="630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name="" r:id="rId1" imgW="1333500" imgH="228600" progId="Equation.DSMT4">
                  <p:embed/>
                </p:oleObj>
              </mc:Choice>
              <mc:Fallback>
                <p:oleObj name="" r:id="rId1" imgW="1333500" imgH="228600" progId="Equation.DSMT4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250825" y="993775"/>
                        <a:ext cx="3673475" cy="630238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4" name="Rectangle 4"/>
          <p:cNvSpPr/>
          <p:nvPr/>
        </p:nvSpPr>
        <p:spPr>
          <a:xfrm>
            <a:off x="0" y="33099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aphicFrame>
        <p:nvGraphicFramePr>
          <p:cNvPr id="10245" name="Object 5"/>
          <p:cNvGraphicFramePr>
            <a:graphicFrameLocks noChangeAspect="1"/>
          </p:cNvGraphicFramePr>
          <p:nvPr>
            <p:ph sz="half" idx="2"/>
          </p:nvPr>
        </p:nvGraphicFramePr>
        <p:xfrm>
          <a:off x="325438" y="1743075"/>
          <a:ext cx="5902325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" name="" r:id="rId3" imgW="2235200" imgH="228600" progId="Equation.DSMT4">
                  <p:embed/>
                </p:oleObj>
              </mc:Choice>
              <mc:Fallback>
                <p:oleObj name="" r:id="rId3" imgW="2235200" imgH="228600" progId="Equation.DSMT4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>
                      <a:xfrm>
                        <a:off x="325438" y="1743075"/>
                        <a:ext cx="5902325" cy="60325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6" name="Rectangle 6"/>
          <p:cNvSpPr/>
          <p:nvPr/>
        </p:nvSpPr>
        <p:spPr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aphicFrame>
        <p:nvGraphicFramePr>
          <p:cNvPr id="10247" name="Object 7"/>
          <p:cNvGraphicFramePr>
            <a:graphicFrameLocks noChangeAspect="1"/>
          </p:cNvGraphicFramePr>
          <p:nvPr/>
        </p:nvGraphicFramePr>
        <p:xfrm>
          <a:off x="279400" y="2408238"/>
          <a:ext cx="51562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3" name="" r:id="rId5" imgW="2057400" imgH="254000" progId="Equation.DSMT4">
                  <p:embed/>
                </p:oleObj>
              </mc:Choice>
              <mc:Fallback>
                <p:oleObj name="" r:id="rId5" imgW="2057400" imgH="254000" progId="Equation.DSMT4">
                  <p:embed/>
                  <p:pic>
                    <p:nvPicPr>
                      <p:cNvPr id="0" name="图片 311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79400" y="2408238"/>
                        <a:ext cx="5156200" cy="635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8" name="Rectangle 8"/>
          <p:cNvSpPr/>
          <p:nvPr/>
        </p:nvSpPr>
        <p:spPr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aphicFrame>
        <p:nvGraphicFramePr>
          <p:cNvPr id="10249" name="Object 9"/>
          <p:cNvGraphicFramePr>
            <a:graphicFrameLocks noChangeAspect="1"/>
          </p:cNvGraphicFramePr>
          <p:nvPr/>
        </p:nvGraphicFramePr>
        <p:xfrm>
          <a:off x="1419225" y="3130550"/>
          <a:ext cx="3021013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6" name="" r:id="rId7" imgW="1193800" imgH="228600" progId="Equation.DSMT4">
                  <p:embed/>
                </p:oleObj>
              </mc:Choice>
              <mc:Fallback>
                <p:oleObj name="" r:id="rId7" imgW="1193800" imgH="228600" progId="Equation.DSMT4">
                  <p:embed/>
                  <p:pic>
                    <p:nvPicPr>
                      <p:cNvPr id="0" name="图片 311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419225" y="3130550"/>
                        <a:ext cx="3021013" cy="581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0" name="Rectangle 10"/>
          <p:cNvSpPr/>
          <p:nvPr/>
        </p:nvSpPr>
        <p:spPr>
          <a:xfrm>
            <a:off x="250825" y="3125788"/>
            <a:ext cx="654050" cy="579437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dirty="0"/>
              <a:t>或</a:t>
            </a:r>
            <a:r>
              <a:rPr lang="zh-CN" altLang="en-US" sz="1800" dirty="0"/>
              <a:t> </a:t>
            </a:r>
            <a:endParaRPr lang="zh-CN" altLang="en-US" sz="1800" dirty="0"/>
          </a:p>
        </p:txBody>
      </p:sp>
      <p:sp>
        <p:nvSpPr>
          <p:cNvPr id="10251" name="Rectangle 11"/>
          <p:cNvSpPr/>
          <p:nvPr/>
        </p:nvSpPr>
        <p:spPr>
          <a:xfrm>
            <a:off x="0" y="32004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aphicFrame>
        <p:nvGraphicFramePr>
          <p:cNvPr id="10252" name="Object 12"/>
          <p:cNvGraphicFramePr>
            <a:graphicFrameLocks noChangeAspect="1"/>
          </p:cNvGraphicFramePr>
          <p:nvPr/>
        </p:nvGraphicFramePr>
        <p:xfrm>
          <a:off x="250825" y="3678238"/>
          <a:ext cx="6804025" cy="973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4" name="" r:id="rId9" imgW="3200400" imgH="457200" progId="Equation.DSMT4">
                  <p:embed/>
                </p:oleObj>
              </mc:Choice>
              <mc:Fallback>
                <p:oleObj name="" r:id="rId9" imgW="3200400" imgH="457200" progId="Equation.DSMT4">
                  <p:embed/>
                  <p:pic>
                    <p:nvPicPr>
                      <p:cNvPr id="0" name="图片 311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50825" y="3678238"/>
                        <a:ext cx="6804025" cy="9731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3" name="Object 4"/>
          <p:cNvGraphicFramePr>
            <a:graphicFrameLocks noChangeAspect="1"/>
          </p:cNvGraphicFramePr>
          <p:nvPr/>
        </p:nvGraphicFramePr>
        <p:xfrm>
          <a:off x="325438" y="4876800"/>
          <a:ext cx="3810000" cy="973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" name="" r:id="rId11" imgW="1905000" imgH="482600" progId="Equation.DSMT4">
                  <p:embed/>
                </p:oleObj>
              </mc:Choice>
              <mc:Fallback>
                <p:oleObj name="" r:id="rId11" imgW="1905000" imgH="482600" progId="Equation.DSMT4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25438" y="4876800"/>
                        <a:ext cx="3810000" cy="9731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4" name="Object 6"/>
          <p:cNvGraphicFramePr>
            <a:graphicFrameLocks noChangeAspect="1"/>
          </p:cNvGraphicFramePr>
          <p:nvPr/>
        </p:nvGraphicFramePr>
        <p:xfrm>
          <a:off x="1539875" y="6067425"/>
          <a:ext cx="3360738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7" name="" r:id="rId13" imgW="1981200" imgH="431800" progId="Equation.DSMT4">
                  <p:embed/>
                </p:oleObj>
              </mc:Choice>
              <mc:Fallback>
                <p:oleObj name="" r:id="rId13" imgW="1981200" imgH="431800" progId="Equation.DSMT4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39875" y="6067425"/>
                        <a:ext cx="3360738" cy="727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5" name="Rectangle 7"/>
          <p:cNvSpPr/>
          <p:nvPr/>
        </p:nvSpPr>
        <p:spPr>
          <a:xfrm>
            <a:off x="325438" y="6230938"/>
            <a:ext cx="376237" cy="584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dirty="0"/>
              <a:t>或</a:t>
            </a:r>
            <a:r>
              <a:rPr lang="zh-CN" altLang="en-US" sz="1800" dirty="0"/>
              <a:t> </a:t>
            </a:r>
            <a:endParaRPr lang="zh-CN" alt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3412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4000" dirty="0"/>
              <a:t>4-47 </a:t>
            </a:r>
            <a:endParaRPr lang="en-US" altLang="zh-CN" sz="4000" dirty="0"/>
          </a:p>
        </p:txBody>
      </p:sp>
      <p:sp>
        <p:nvSpPr>
          <p:cNvPr id="11267" name="Rectangle 3"/>
          <p:cNvSpPr/>
          <p:nvPr/>
        </p:nvSpPr>
        <p:spPr>
          <a:xfrm>
            <a:off x="0" y="32004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aphicFrame>
        <p:nvGraphicFramePr>
          <p:cNvPr id="11268" name="Object 4"/>
          <p:cNvGraphicFramePr>
            <a:graphicFrameLocks noChangeAspect="1"/>
          </p:cNvGraphicFramePr>
          <p:nvPr/>
        </p:nvGraphicFramePr>
        <p:xfrm>
          <a:off x="539750" y="1196975"/>
          <a:ext cx="8353425" cy="1489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8" name="" r:id="rId1" imgW="2565400" imgH="457200" progId="Equation.DSMT4">
                  <p:embed/>
                </p:oleObj>
              </mc:Choice>
              <mc:Fallback>
                <p:oleObj name="" r:id="rId1" imgW="2565400" imgH="457200" progId="Equation.DSMT4">
                  <p:embed/>
                  <p:pic>
                    <p:nvPicPr>
                      <p:cNvPr id="0" name="图片 311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39750" y="1196975"/>
                        <a:ext cx="8353425" cy="1489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9" name="Rectangle 5"/>
          <p:cNvSpPr/>
          <p:nvPr/>
        </p:nvSpPr>
        <p:spPr>
          <a:xfrm>
            <a:off x="0" y="32146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aphicFrame>
        <p:nvGraphicFramePr>
          <p:cNvPr id="11270" name="Object 6"/>
          <p:cNvGraphicFramePr>
            <a:graphicFrameLocks noChangeAspect="1"/>
          </p:cNvGraphicFramePr>
          <p:nvPr/>
        </p:nvGraphicFramePr>
        <p:xfrm>
          <a:off x="1187450" y="3213100"/>
          <a:ext cx="6192838" cy="126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2" name="" r:id="rId3" imgW="2108200" imgH="431800" progId="Equation.DSMT4">
                  <p:embed/>
                </p:oleObj>
              </mc:Choice>
              <mc:Fallback>
                <p:oleObj name="" r:id="rId3" imgW="2108200" imgH="431800" progId="Equation.DSMT4">
                  <p:embed/>
                  <p:pic>
                    <p:nvPicPr>
                      <p:cNvPr id="0" name="图片 311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87450" y="3213100"/>
                        <a:ext cx="6192838" cy="1260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1" name="Rectangle 7"/>
          <p:cNvSpPr/>
          <p:nvPr/>
        </p:nvSpPr>
        <p:spPr>
          <a:xfrm>
            <a:off x="0" y="32146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1272" name="Rectangle 8"/>
          <p:cNvSpPr/>
          <p:nvPr/>
        </p:nvSpPr>
        <p:spPr>
          <a:xfrm>
            <a:off x="0" y="32146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aphicFrame>
        <p:nvGraphicFramePr>
          <p:cNvPr id="11273" name="Object 9"/>
          <p:cNvGraphicFramePr>
            <a:graphicFrameLocks noChangeAspect="1"/>
          </p:cNvGraphicFramePr>
          <p:nvPr/>
        </p:nvGraphicFramePr>
        <p:xfrm>
          <a:off x="1187450" y="5084763"/>
          <a:ext cx="6192838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9" name="" r:id="rId5" imgW="2133600" imgH="431800" progId="Equation.DSMT4">
                  <p:embed/>
                </p:oleObj>
              </mc:Choice>
              <mc:Fallback>
                <p:oleObj name="" r:id="rId5" imgW="2133600" imgH="431800" progId="Equation.DSMT4">
                  <p:embed/>
                  <p:pic>
                    <p:nvPicPr>
                      <p:cNvPr id="0" name="图片 311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87450" y="5084763"/>
                        <a:ext cx="6192838" cy="1244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1975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4000" dirty="0"/>
              <a:t>4-54 </a:t>
            </a:r>
            <a:endParaRPr lang="en-US" altLang="zh-CN" sz="4000" dirty="0"/>
          </a:p>
        </p:txBody>
      </p:sp>
      <p:sp>
        <p:nvSpPr>
          <p:cNvPr id="12291" name="Rectangle 3"/>
          <p:cNvSpPr/>
          <p:nvPr/>
        </p:nvSpPr>
        <p:spPr>
          <a:xfrm>
            <a:off x="0" y="32004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2292" name="Rectangle 4"/>
          <p:cNvSpPr/>
          <p:nvPr/>
        </p:nvSpPr>
        <p:spPr>
          <a:xfrm>
            <a:off x="0" y="32146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aphicFrame>
        <p:nvGraphicFramePr>
          <p:cNvPr id="12293" name="Object 5"/>
          <p:cNvGraphicFramePr>
            <a:graphicFrameLocks noChangeAspect="1"/>
          </p:cNvGraphicFramePr>
          <p:nvPr/>
        </p:nvGraphicFramePr>
        <p:xfrm>
          <a:off x="684213" y="2924175"/>
          <a:ext cx="5616575" cy="126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0" name="" r:id="rId1" imgW="1905000" imgH="431800" progId="Equation.DSMT4">
                  <p:embed/>
                </p:oleObj>
              </mc:Choice>
              <mc:Fallback>
                <p:oleObj name="" r:id="rId1" imgW="1905000" imgH="431800" progId="Equation.DSMT4">
                  <p:embed/>
                  <p:pic>
                    <p:nvPicPr>
                      <p:cNvPr id="0" name="图片 311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84213" y="2924175"/>
                        <a:ext cx="5616575" cy="1263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4" name="Rectangle 6"/>
          <p:cNvSpPr/>
          <p:nvPr/>
        </p:nvSpPr>
        <p:spPr>
          <a:xfrm>
            <a:off x="0" y="32004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aphicFrame>
        <p:nvGraphicFramePr>
          <p:cNvPr id="12295" name="Object 7"/>
          <p:cNvGraphicFramePr>
            <a:graphicFrameLocks noChangeAspect="1"/>
          </p:cNvGraphicFramePr>
          <p:nvPr/>
        </p:nvGraphicFramePr>
        <p:xfrm>
          <a:off x="395288" y="1125538"/>
          <a:ext cx="7129462" cy="1357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1" name="" r:id="rId3" imgW="2400300" imgH="457200" progId="Equation.DSMT4">
                  <p:embed/>
                </p:oleObj>
              </mc:Choice>
              <mc:Fallback>
                <p:oleObj name="" r:id="rId3" imgW="2400300" imgH="457200" progId="Equation.DSMT4">
                  <p:embed/>
                  <p:pic>
                    <p:nvPicPr>
                      <p:cNvPr id="0" name="图片 312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95288" y="1125538"/>
                        <a:ext cx="7129462" cy="13573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6" name="Rectangle 8"/>
          <p:cNvSpPr/>
          <p:nvPr/>
        </p:nvSpPr>
        <p:spPr>
          <a:xfrm>
            <a:off x="0" y="32337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aphicFrame>
        <p:nvGraphicFramePr>
          <p:cNvPr id="12297" name="Object 9"/>
          <p:cNvGraphicFramePr>
            <a:graphicFrameLocks noChangeAspect="1"/>
          </p:cNvGraphicFramePr>
          <p:nvPr/>
        </p:nvGraphicFramePr>
        <p:xfrm>
          <a:off x="611188" y="4581525"/>
          <a:ext cx="4681537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8" name="" r:id="rId5" imgW="1333500" imgH="393700" progId="Equation.DSMT4">
                  <p:embed/>
                </p:oleObj>
              </mc:Choice>
              <mc:Fallback>
                <p:oleObj name="" r:id="rId5" imgW="1333500" imgH="393700" progId="Equation.DSMT4">
                  <p:embed/>
                  <p:pic>
                    <p:nvPicPr>
                      <p:cNvPr id="0" name="图片 312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11188" y="4581525"/>
                        <a:ext cx="4681537" cy="1371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3314" name="Object 2"/>
          <p:cNvGraphicFramePr>
            <a:graphicFrameLocks noChangeAspect="1"/>
          </p:cNvGraphicFramePr>
          <p:nvPr>
            <p:ph sz="half" idx="1"/>
          </p:nvPr>
        </p:nvGraphicFramePr>
        <p:xfrm>
          <a:off x="3563938" y="5805488"/>
          <a:ext cx="2303462" cy="874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4" name="" r:id="rId1" imgW="635000" imgH="241300" progId="Equation.DSMT4">
                  <p:embed/>
                </p:oleObj>
              </mc:Choice>
              <mc:Fallback>
                <p:oleObj name="" r:id="rId1" imgW="635000" imgH="241300" progId="Equation.DSMT4">
                  <p:embed/>
                  <p:pic>
                    <p:nvPicPr>
                      <p:cNvPr id="0" name="图片 3123"/>
                      <p:cNvPicPr/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3563938" y="5805488"/>
                        <a:ext cx="2303462" cy="874712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5" name="Rectangle 3"/>
          <p:cNvSpPr/>
          <p:nvPr/>
        </p:nvSpPr>
        <p:spPr>
          <a:xfrm>
            <a:off x="0" y="32146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aphicFrame>
        <p:nvGraphicFramePr>
          <p:cNvPr id="13316" name="Object 4"/>
          <p:cNvGraphicFramePr>
            <a:graphicFrameLocks noChangeAspect="1"/>
          </p:cNvGraphicFramePr>
          <p:nvPr/>
        </p:nvGraphicFramePr>
        <p:xfrm>
          <a:off x="179388" y="476250"/>
          <a:ext cx="8964612" cy="1358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5" name="" r:id="rId3" imgW="2832100" imgH="431800" progId="Equation.DSMT4">
                  <p:embed/>
                </p:oleObj>
              </mc:Choice>
              <mc:Fallback>
                <p:oleObj name="" r:id="rId3" imgW="2832100" imgH="431800" progId="Equation.DSMT4">
                  <p:embed/>
                  <p:pic>
                    <p:nvPicPr>
                      <p:cNvPr id="0" name="图片 31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9388" y="476250"/>
                        <a:ext cx="8964612" cy="1358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7" name="Rectangle 5"/>
          <p:cNvSpPr/>
          <p:nvPr/>
        </p:nvSpPr>
        <p:spPr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aphicFrame>
        <p:nvGraphicFramePr>
          <p:cNvPr id="13318" name="Object 6"/>
          <p:cNvGraphicFramePr>
            <a:graphicFrameLocks noChangeAspect="1"/>
          </p:cNvGraphicFramePr>
          <p:nvPr/>
        </p:nvGraphicFramePr>
        <p:xfrm>
          <a:off x="250825" y="2133600"/>
          <a:ext cx="6553200" cy="814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7" name="" r:id="rId5" imgW="1841500" imgH="228600" progId="Equation.DSMT4">
                  <p:embed/>
                </p:oleObj>
              </mc:Choice>
              <mc:Fallback>
                <p:oleObj name="" r:id="rId5" imgW="1841500" imgH="228600" progId="Equation.DSMT4">
                  <p:embed/>
                  <p:pic>
                    <p:nvPicPr>
                      <p:cNvPr id="0" name="图片 312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0825" y="2133600"/>
                        <a:ext cx="6553200" cy="8143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9" name="Rectangle 7"/>
          <p:cNvSpPr/>
          <p:nvPr/>
        </p:nvSpPr>
        <p:spPr>
          <a:xfrm>
            <a:off x="0" y="32004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aphicFrame>
        <p:nvGraphicFramePr>
          <p:cNvPr id="13320" name="Object 8"/>
          <p:cNvGraphicFramePr>
            <a:graphicFrameLocks noChangeAspect="1"/>
          </p:cNvGraphicFramePr>
          <p:nvPr/>
        </p:nvGraphicFramePr>
        <p:xfrm>
          <a:off x="468313" y="3141663"/>
          <a:ext cx="4897437" cy="1306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6" name="" r:id="rId7" imgW="1714500" imgH="457200" progId="Equation.DSMT4">
                  <p:embed/>
                </p:oleObj>
              </mc:Choice>
              <mc:Fallback>
                <p:oleObj name="" r:id="rId7" imgW="1714500" imgH="457200" progId="Equation.DSMT4">
                  <p:embed/>
                  <p:pic>
                    <p:nvPicPr>
                      <p:cNvPr id="0" name="图片 312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68313" y="3141663"/>
                        <a:ext cx="4897437" cy="13065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1" name="Rectangle 9"/>
          <p:cNvSpPr/>
          <p:nvPr/>
        </p:nvSpPr>
        <p:spPr>
          <a:xfrm>
            <a:off x="0" y="33099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aphicFrame>
        <p:nvGraphicFramePr>
          <p:cNvPr id="13322" name="Object 10"/>
          <p:cNvGraphicFramePr>
            <a:graphicFrameLocks noChangeAspect="1"/>
          </p:cNvGraphicFramePr>
          <p:nvPr/>
        </p:nvGraphicFramePr>
        <p:xfrm>
          <a:off x="527050" y="4586288"/>
          <a:ext cx="4703763" cy="979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9" name="" r:id="rId9" imgW="1320165" imgH="279400" progId="Equation.DSMT4">
                  <p:embed/>
                </p:oleObj>
              </mc:Choice>
              <mc:Fallback>
                <p:oleObj name="" r:id="rId9" imgW="1320165" imgH="279400" progId="Equation.DSMT4">
                  <p:embed/>
                  <p:pic>
                    <p:nvPicPr>
                      <p:cNvPr id="0" name="图片 3128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27050" y="4586288"/>
                        <a:ext cx="4703763" cy="9794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3" name="Object 11"/>
          <p:cNvGraphicFramePr>
            <a:graphicFrameLocks noChangeAspect="1"/>
          </p:cNvGraphicFramePr>
          <p:nvPr>
            <p:ph sz="half" idx="2"/>
          </p:nvPr>
        </p:nvGraphicFramePr>
        <p:xfrm>
          <a:off x="611188" y="5734050"/>
          <a:ext cx="2016125" cy="890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3" name="" r:id="rId11" imgW="546100" imgH="241300" progId="Equation.DSMT4">
                  <p:embed/>
                </p:oleObj>
              </mc:Choice>
              <mc:Fallback>
                <p:oleObj name="" r:id="rId11" imgW="546100" imgH="241300" progId="Equation.DSMT4">
                  <p:embed/>
                  <p:pic>
                    <p:nvPicPr>
                      <p:cNvPr id="0" name="图片 3122"/>
                      <p:cNvPicPr/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>
                      <a:xfrm>
                        <a:off x="611188" y="5734050"/>
                        <a:ext cx="2016125" cy="890588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7512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4000" dirty="0"/>
              <a:t>4-75</a:t>
            </a:r>
            <a:endParaRPr lang="en-US" altLang="zh-CN" sz="4000" dirty="0"/>
          </a:p>
        </p:txBody>
      </p:sp>
      <p:sp>
        <p:nvSpPr>
          <p:cNvPr id="14339" name="Rectangle 3"/>
          <p:cNvSpPr/>
          <p:nvPr/>
        </p:nvSpPr>
        <p:spPr>
          <a:xfrm>
            <a:off x="0" y="31003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aphicFrame>
        <p:nvGraphicFramePr>
          <p:cNvPr id="14340" name="Object 4"/>
          <p:cNvGraphicFramePr>
            <a:graphicFrameLocks noChangeAspect="1"/>
          </p:cNvGraphicFramePr>
          <p:nvPr/>
        </p:nvGraphicFramePr>
        <p:xfrm>
          <a:off x="323850" y="981075"/>
          <a:ext cx="4176713" cy="1493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0" name="" r:id="rId1" imgW="1841500" imgH="660400" progId="Equation.DSMT4">
                  <p:embed/>
                </p:oleObj>
              </mc:Choice>
              <mc:Fallback>
                <p:oleObj name="" r:id="rId1" imgW="1841500" imgH="660400" progId="Equation.DSMT4">
                  <p:embed/>
                  <p:pic>
                    <p:nvPicPr>
                      <p:cNvPr id="0" name="图片 312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23850" y="981075"/>
                        <a:ext cx="4176713" cy="14938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1" name="Rectangle 5"/>
          <p:cNvSpPr/>
          <p:nvPr/>
        </p:nvSpPr>
        <p:spPr>
          <a:xfrm>
            <a:off x="0" y="31051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aphicFrame>
        <p:nvGraphicFramePr>
          <p:cNvPr id="14342" name="Object 6"/>
          <p:cNvGraphicFramePr>
            <a:graphicFrameLocks noChangeAspect="1"/>
          </p:cNvGraphicFramePr>
          <p:nvPr/>
        </p:nvGraphicFramePr>
        <p:xfrm>
          <a:off x="1868488" y="3100388"/>
          <a:ext cx="2735262" cy="1247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2" name="" r:id="rId3" imgW="1422400" imgH="647700" progId="Equation.DSMT4">
                  <p:embed/>
                </p:oleObj>
              </mc:Choice>
              <mc:Fallback>
                <p:oleObj name="" r:id="rId3" imgW="1422400" imgH="647700" progId="Equation.DSMT4">
                  <p:embed/>
                  <p:pic>
                    <p:nvPicPr>
                      <p:cNvPr id="0" name="图片 312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68488" y="3100388"/>
                        <a:ext cx="2735262" cy="1247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3" name="Rectangle 7"/>
          <p:cNvSpPr/>
          <p:nvPr/>
        </p:nvSpPr>
        <p:spPr>
          <a:xfrm>
            <a:off x="0" y="309086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4344" name="Rectangle 9"/>
          <p:cNvSpPr/>
          <p:nvPr/>
        </p:nvSpPr>
        <p:spPr>
          <a:xfrm>
            <a:off x="0" y="32845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aphicFrame>
        <p:nvGraphicFramePr>
          <p:cNvPr id="14345" name="Object 10"/>
          <p:cNvGraphicFramePr>
            <a:graphicFrameLocks noChangeAspect="1"/>
          </p:cNvGraphicFramePr>
          <p:nvPr/>
        </p:nvGraphicFramePr>
        <p:xfrm>
          <a:off x="457200" y="4427538"/>
          <a:ext cx="6110288" cy="106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0" name="" r:id="rId5" imgW="2552700" imgH="444500" progId="Equation.DSMT4">
                  <p:embed/>
                </p:oleObj>
              </mc:Choice>
              <mc:Fallback>
                <p:oleObj name="" r:id="rId5" imgW="2552700" imgH="444500" progId="Equation.DSMT4">
                  <p:embed/>
                  <p:pic>
                    <p:nvPicPr>
                      <p:cNvPr id="0" name="图片 313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7200" y="4427538"/>
                        <a:ext cx="6110288" cy="1060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6" name="Object 11"/>
          <p:cNvGraphicFramePr>
            <a:graphicFrameLocks noChangeAspect="1"/>
          </p:cNvGraphicFramePr>
          <p:nvPr>
            <p:ph idx="1"/>
          </p:nvPr>
        </p:nvGraphicFramePr>
        <p:xfrm>
          <a:off x="5148263" y="981075"/>
          <a:ext cx="3095625" cy="1531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4" name="" r:id="rId7" imgW="1231265" imgH="609600" progId="Equation.DSMT4">
                  <p:embed/>
                </p:oleObj>
              </mc:Choice>
              <mc:Fallback>
                <p:oleObj name="" r:id="rId7" imgW="1231265" imgH="609600" progId="Equation.DSMT4">
                  <p:embed/>
                  <p:pic>
                    <p:nvPicPr>
                      <p:cNvPr id="0" name="图片 3143"/>
                      <p:cNvPicPr/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>
                      <a:xfrm>
                        <a:off x="5148263" y="981075"/>
                        <a:ext cx="3095625" cy="1531938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7" name="Rectangle 13"/>
          <p:cNvSpPr/>
          <p:nvPr/>
        </p:nvSpPr>
        <p:spPr>
          <a:xfrm>
            <a:off x="395288" y="576263"/>
            <a:ext cx="1873250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FF0000"/>
                </a:solidFill>
              </a:rPr>
              <a:t>传递函数：</a:t>
            </a:r>
            <a:r>
              <a:rPr lang="zh-CN" altLang="en-US" sz="2400" b="1" dirty="0"/>
              <a:t> </a:t>
            </a:r>
            <a:endParaRPr lang="zh-CN" altLang="en-US" sz="2400" b="1" dirty="0"/>
          </a:p>
        </p:txBody>
      </p:sp>
      <p:sp>
        <p:nvSpPr>
          <p:cNvPr id="14348" name="Rectangle 14"/>
          <p:cNvSpPr/>
          <p:nvPr/>
        </p:nvSpPr>
        <p:spPr>
          <a:xfrm>
            <a:off x="5580063" y="647700"/>
            <a:ext cx="177958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s-ES" sz="2400" b="1" dirty="0">
                <a:solidFill>
                  <a:srgbClr val="FF0000"/>
                </a:solidFill>
              </a:rPr>
              <a:t>频率特性：</a:t>
            </a:r>
            <a:r>
              <a:rPr lang="zh-CN" altLang="es-ES" sz="1800" dirty="0"/>
              <a:t> </a:t>
            </a:r>
            <a:endParaRPr lang="zh-CN" altLang="es-ES" sz="1800" dirty="0"/>
          </a:p>
        </p:txBody>
      </p:sp>
      <p:sp>
        <p:nvSpPr>
          <p:cNvPr id="14349" name="Rectangle 15"/>
          <p:cNvSpPr/>
          <p:nvPr/>
        </p:nvSpPr>
        <p:spPr>
          <a:xfrm>
            <a:off x="288925" y="2606675"/>
            <a:ext cx="177958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FF0000"/>
                </a:solidFill>
              </a:rPr>
              <a:t>幅频特性：</a:t>
            </a:r>
            <a:r>
              <a:rPr lang="zh-CN" altLang="en-US" sz="1800" dirty="0"/>
              <a:t> </a:t>
            </a:r>
            <a:endParaRPr lang="zh-CN" altLang="en-US" sz="1800" dirty="0"/>
          </a:p>
        </p:txBody>
      </p:sp>
      <p:graphicFrame>
        <p:nvGraphicFramePr>
          <p:cNvPr id="14350" name="Object 3"/>
          <p:cNvGraphicFramePr>
            <a:graphicFrameLocks noChangeAspect="1"/>
          </p:cNvGraphicFramePr>
          <p:nvPr/>
        </p:nvGraphicFramePr>
        <p:xfrm>
          <a:off x="1489075" y="5567363"/>
          <a:ext cx="4367213" cy="1236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9" name="" r:id="rId9" imgW="1396365" imgH="393700" progId="Equation.DSMT4">
                  <p:embed/>
                </p:oleObj>
              </mc:Choice>
              <mc:Fallback>
                <p:oleObj name="" r:id="rId9" imgW="1396365" imgH="393700" progId="Equation.DSMT4">
                  <p:embed/>
                  <p:pic>
                    <p:nvPicPr>
                      <p:cNvPr id="0" name="图片 3138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489075" y="5567363"/>
                        <a:ext cx="4367213" cy="12366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1" name="Rectangle 11"/>
          <p:cNvSpPr/>
          <p:nvPr/>
        </p:nvSpPr>
        <p:spPr>
          <a:xfrm>
            <a:off x="395288" y="5443538"/>
            <a:ext cx="177958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FF0000"/>
                </a:solidFill>
              </a:rPr>
              <a:t>相频特性：</a:t>
            </a:r>
            <a:r>
              <a:rPr lang="zh-CN" altLang="en-US" sz="1800" dirty="0"/>
              <a:t> </a:t>
            </a:r>
            <a:endParaRPr lang="zh-CN" alt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536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76600" y="692150"/>
            <a:ext cx="3081338" cy="5832475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15363" name="Object 3"/>
          <p:cNvGraphicFramePr>
            <a:graphicFrameLocks noChangeAspect="1"/>
          </p:cNvGraphicFramePr>
          <p:nvPr>
            <p:ph sz="quarter" idx="1"/>
          </p:nvPr>
        </p:nvGraphicFramePr>
        <p:xfrm>
          <a:off x="971550" y="981075"/>
          <a:ext cx="2160588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3" name="" r:id="rId2" imgW="1091565" imgH="228600" progId="Equation.DSMT4">
                  <p:embed/>
                </p:oleObj>
              </mc:Choice>
              <mc:Fallback>
                <p:oleObj name="" r:id="rId2" imgW="1091565" imgH="228600" progId="Equation.DSMT4">
                  <p:embed/>
                  <p:pic>
                    <p:nvPicPr>
                      <p:cNvPr id="0" name="图片 3142"/>
                      <p:cNvPicPr/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>
                      <a:xfrm>
                        <a:off x="971550" y="981075"/>
                        <a:ext cx="2160588" cy="452438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4" name="Object 4"/>
          <p:cNvGraphicFramePr>
            <a:graphicFrameLocks noChangeAspect="1"/>
          </p:cNvGraphicFramePr>
          <p:nvPr>
            <p:ph sz="quarter" idx="2"/>
          </p:nvPr>
        </p:nvGraphicFramePr>
        <p:xfrm>
          <a:off x="4067175" y="260350"/>
          <a:ext cx="1944688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6" name="" r:id="rId4" imgW="1143000" imgH="228600" progId="Equation.DSMT4">
                  <p:embed/>
                </p:oleObj>
              </mc:Choice>
              <mc:Fallback>
                <p:oleObj name="" r:id="rId4" imgW="1143000" imgH="228600" progId="Equation.DSMT4">
                  <p:embed/>
                  <p:pic>
                    <p:nvPicPr>
                      <p:cNvPr id="0" name="图片 3135"/>
                      <p:cNvPicPr/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>
                      <a:xfrm>
                        <a:off x="4067175" y="260350"/>
                        <a:ext cx="1944688" cy="388938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5" name="Object 5"/>
          <p:cNvGraphicFramePr>
            <a:graphicFrameLocks noChangeAspect="1"/>
          </p:cNvGraphicFramePr>
          <p:nvPr>
            <p:ph sz="quarter" idx="3"/>
          </p:nvPr>
        </p:nvGraphicFramePr>
        <p:xfrm>
          <a:off x="6372225" y="2708275"/>
          <a:ext cx="360363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4" name="" r:id="rId6" imgW="152400" imgH="139700" progId="Equation.DSMT4">
                  <p:embed/>
                </p:oleObj>
              </mc:Choice>
              <mc:Fallback>
                <p:oleObj name="" r:id="rId6" imgW="152400" imgH="139700" progId="Equation.DSMT4">
                  <p:embed/>
                  <p:pic>
                    <p:nvPicPr>
                      <p:cNvPr id="0" name="图片 3133"/>
                      <p:cNvPicPr/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>
                      <a:xfrm>
                        <a:off x="6372225" y="2708275"/>
                        <a:ext cx="360363" cy="3302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6" name="Object 6"/>
          <p:cNvGraphicFramePr>
            <a:graphicFrameLocks noChangeAspect="1"/>
          </p:cNvGraphicFramePr>
          <p:nvPr>
            <p:ph sz="quarter" idx="4"/>
          </p:nvPr>
        </p:nvGraphicFramePr>
        <p:xfrm>
          <a:off x="6443663" y="3860800"/>
          <a:ext cx="360362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2" name="" r:id="rId8" imgW="152400" imgH="139700" progId="Equation.DSMT4">
                  <p:embed/>
                </p:oleObj>
              </mc:Choice>
              <mc:Fallback>
                <p:oleObj name="" r:id="rId8" imgW="152400" imgH="139700" progId="Equation.DSMT4">
                  <p:embed/>
                  <p:pic>
                    <p:nvPicPr>
                      <p:cNvPr id="0" name="图片 3141"/>
                      <p:cNvPicPr/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>
                      <a:xfrm>
                        <a:off x="6443663" y="3860800"/>
                        <a:ext cx="360362" cy="3302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7" name="Object 7"/>
          <p:cNvGraphicFramePr>
            <a:graphicFrameLocks noChangeAspect="1"/>
          </p:cNvGraphicFramePr>
          <p:nvPr/>
        </p:nvGraphicFramePr>
        <p:xfrm>
          <a:off x="3995738" y="3573463"/>
          <a:ext cx="647700" cy="35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5" name="" r:id="rId10" imgW="419100" imgH="228600" progId="Equation.DSMT4">
                  <p:embed/>
                </p:oleObj>
              </mc:Choice>
              <mc:Fallback>
                <p:oleObj name="" r:id="rId10" imgW="419100" imgH="228600" progId="Equation.DSMT4">
                  <p:embed/>
                  <p:pic>
                    <p:nvPicPr>
                      <p:cNvPr id="0" name="图片 3134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995738" y="3573463"/>
                        <a:ext cx="647700" cy="3508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7512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4000" b="1" dirty="0"/>
              <a:t>补充习题</a:t>
            </a:r>
            <a:endParaRPr lang="zh-CN" altLang="en-US" sz="4000" b="1" dirty="0"/>
          </a:p>
        </p:txBody>
      </p:sp>
      <p:sp>
        <p:nvSpPr>
          <p:cNvPr id="16387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b="1" dirty="0"/>
              <a:t>已知传递函数                                        ，</a:t>
            </a:r>
            <a:endParaRPr lang="zh-CN" altLang="en-US" b="1" dirty="0"/>
          </a:p>
          <a:p>
            <a:pPr eaLnBrk="1" hangingPunct="1"/>
            <a:endParaRPr lang="zh-CN" altLang="en-US" b="1" dirty="0"/>
          </a:p>
          <a:p>
            <a:pPr eaLnBrk="1" hangingPunct="1">
              <a:buNone/>
            </a:pPr>
            <a:r>
              <a:rPr lang="zh-CN" altLang="en-US" b="1" dirty="0"/>
              <a:t>   画幅频特性和相频特性渐近波特图。</a:t>
            </a:r>
            <a:endParaRPr lang="zh-CN" altLang="en-US" b="1" dirty="0"/>
          </a:p>
          <a:p>
            <a:pPr eaLnBrk="1" hangingPunct="1">
              <a:buNone/>
            </a:pPr>
            <a:r>
              <a:rPr lang="zh-CN" altLang="en-US" b="1" dirty="0"/>
              <a:t>解： </a:t>
            </a:r>
            <a:endParaRPr lang="zh-CN" altLang="en-US" b="1" dirty="0"/>
          </a:p>
        </p:txBody>
      </p:sp>
      <p:sp>
        <p:nvSpPr>
          <p:cNvPr id="16388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aphicFrame>
        <p:nvGraphicFramePr>
          <p:cNvPr id="16389" name="Object 5"/>
          <p:cNvGraphicFramePr>
            <a:graphicFrameLocks noChangeAspect="1"/>
          </p:cNvGraphicFramePr>
          <p:nvPr/>
        </p:nvGraphicFramePr>
        <p:xfrm>
          <a:off x="3492500" y="1484313"/>
          <a:ext cx="4175125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1" name="" r:id="rId1" imgW="1828800" imgH="444500" progId="Equation.DSMT4">
                  <p:embed/>
                </p:oleObj>
              </mc:Choice>
              <mc:Fallback>
                <p:oleObj name="" r:id="rId1" imgW="1828800" imgH="444500" progId="Equation.DSMT4">
                  <p:embed/>
                  <p:pic>
                    <p:nvPicPr>
                      <p:cNvPr id="0" name="图片 313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492500" y="1484313"/>
                        <a:ext cx="4175125" cy="1022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0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aphicFrame>
        <p:nvGraphicFramePr>
          <p:cNvPr id="16391" name="Object 7"/>
          <p:cNvGraphicFramePr>
            <a:graphicFrameLocks noChangeAspect="1"/>
          </p:cNvGraphicFramePr>
          <p:nvPr/>
        </p:nvGraphicFramePr>
        <p:xfrm>
          <a:off x="1331913" y="3573463"/>
          <a:ext cx="6624637" cy="165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1" name="" r:id="rId3" imgW="3048000" imgH="762000" progId="Equation.DSMT4">
                  <p:embed/>
                </p:oleObj>
              </mc:Choice>
              <mc:Fallback>
                <p:oleObj name="" r:id="rId3" imgW="3048000" imgH="762000" progId="Equation.DSMT4">
                  <p:embed/>
                  <p:pic>
                    <p:nvPicPr>
                      <p:cNvPr id="0" name="图片 314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31913" y="3573463"/>
                        <a:ext cx="6624637" cy="16557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2" name="Rectangle 8"/>
          <p:cNvSpPr/>
          <p:nvPr/>
        </p:nvSpPr>
        <p:spPr>
          <a:xfrm>
            <a:off x="0" y="33289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aphicFrame>
        <p:nvGraphicFramePr>
          <p:cNvPr id="16393" name="Object 9"/>
          <p:cNvGraphicFramePr>
            <a:graphicFrameLocks noChangeAspect="1"/>
          </p:cNvGraphicFramePr>
          <p:nvPr/>
        </p:nvGraphicFramePr>
        <p:xfrm>
          <a:off x="395288" y="5084763"/>
          <a:ext cx="2881312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2" name="" r:id="rId5" imgW="1155700" imgH="203200" progId="Equation.DSMT4">
                  <p:embed/>
                </p:oleObj>
              </mc:Choice>
              <mc:Fallback>
                <p:oleObj name="" r:id="rId5" imgW="1155700" imgH="203200" progId="Equation.DSMT4">
                  <p:embed/>
                  <p:pic>
                    <p:nvPicPr>
                      <p:cNvPr id="0" name="图片 313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95288" y="5084763"/>
                        <a:ext cx="2881312" cy="5000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4" name="Rectangle 10"/>
          <p:cNvSpPr/>
          <p:nvPr/>
        </p:nvSpPr>
        <p:spPr>
          <a:xfrm>
            <a:off x="0" y="33099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aphicFrame>
        <p:nvGraphicFramePr>
          <p:cNvPr id="16395" name="Object 11"/>
          <p:cNvGraphicFramePr>
            <a:graphicFrameLocks noChangeAspect="1"/>
          </p:cNvGraphicFramePr>
          <p:nvPr/>
        </p:nvGraphicFramePr>
        <p:xfrm>
          <a:off x="395288" y="5805488"/>
          <a:ext cx="2389187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3" name="" r:id="rId7" imgW="1040765" imgH="241300" progId="Equation.DSMT4">
                  <p:embed/>
                </p:oleObj>
              </mc:Choice>
              <mc:Fallback>
                <p:oleObj name="" r:id="rId7" imgW="1040765" imgH="241300" progId="Equation.DSMT4">
                  <p:embed/>
                  <p:pic>
                    <p:nvPicPr>
                      <p:cNvPr id="0" name="图片 313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95288" y="5805488"/>
                        <a:ext cx="2389187" cy="546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6" name="Rectangle 12"/>
          <p:cNvSpPr/>
          <p:nvPr/>
        </p:nvSpPr>
        <p:spPr>
          <a:xfrm>
            <a:off x="0" y="33004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aphicFrame>
        <p:nvGraphicFramePr>
          <p:cNvPr id="16397" name="Object 13"/>
          <p:cNvGraphicFramePr>
            <a:graphicFrameLocks noChangeAspect="1"/>
          </p:cNvGraphicFramePr>
          <p:nvPr/>
        </p:nvGraphicFramePr>
        <p:xfrm>
          <a:off x="3203575" y="5805488"/>
          <a:ext cx="2373313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7" name="" r:id="rId9" imgW="1091565" imgH="254000" progId="Equation.DSMT4">
                  <p:embed/>
                </p:oleObj>
              </mc:Choice>
              <mc:Fallback>
                <p:oleObj name="" r:id="rId9" imgW="1091565" imgH="254000" progId="Equation.DSMT4">
                  <p:embed/>
                  <p:pic>
                    <p:nvPicPr>
                      <p:cNvPr id="0" name="图片 313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203575" y="5805488"/>
                        <a:ext cx="2373313" cy="555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8" name="Rectangle 14"/>
          <p:cNvSpPr/>
          <p:nvPr/>
        </p:nvSpPr>
        <p:spPr>
          <a:xfrm>
            <a:off x="0" y="33004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aphicFrame>
        <p:nvGraphicFramePr>
          <p:cNvPr id="16399" name="Object 15"/>
          <p:cNvGraphicFramePr>
            <a:graphicFrameLocks noChangeAspect="1"/>
          </p:cNvGraphicFramePr>
          <p:nvPr/>
        </p:nvGraphicFramePr>
        <p:xfrm>
          <a:off x="5946775" y="5805488"/>
          <a:ext cx="2508250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8" name="" r:id="rId11" imgW="1116965" imgH="254000" progId="Equation.DSMT4">
                  <p:embed/>
                </p:oleObj>
              </mc:Choice>
              <mc:Fallback>
                <p:oleObj name="" r:id="rId11" imgW="1116965" imgH="254000" progId="Equation.DSMT4">
                  <p:embed/>
                  <p:pic>
                    <p:nvPicPr>
                      <p:cNvPr id="0" name="图片 3137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946775" y="5805488"/>
                        <a:ext cx="2508250" cy="577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7410" name="Object 2"/>
          <p:cNvGraphicFramePr>
            <a:graphicFrameLocks noChangeAspect="1"/>
          </p:cNvGraphicFramePr>
          <p:nvPr>
            <p:ph sz="quarter" idx="1"/>
          </p:nvPr>
        </p:nvGraphicFramePr>
        <p:xfrm>
          <a:off x="4572000" y="188913"/>
          <a:ext cx="1295400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0" name="" r:id="rId1" imgW="635000" imgH="203200" progId="Equation.DSMT4">
                  <p:embed/>
                </p:oleObj>
              </mc:Choice>
              <mc:Fallback>
                <p:oleObj name="" r:id="rId1" imgW="635000" imgH="203200" progId="Equation.DSMT4">
                  <p:embed/>
                  <p:pic>
                    <p:nvPicPr>
                      <p:cNvPr id="0" name="图片 3149"/>
                      <p:cNvPicPr/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4572000" y="188913"/>
                        <a:ext cx="1295400" cy="414337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1" name="Object 3"/>
          <p:cNvGraphicFramePr>
            <a:graphicFrameLocks noChangeAspect="1"/>
          </p:cNvGraphicFramePr>
          <p:nvPr>
            <p:ph sz="quarter" idx="2"/>
          </p:nvPr>
        </p:nvGraphicFramePr>
        <p:xfrm>
          <a:off x="7596188" y="4508500"/>
          <a:ext cx="136842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5" name="" r:id="rId3" imgW="647700" imgH="203200" progId="Equation.DSMT4">
                  <p:embed/>
                </p:oleObj>
              </mc:Choice>
              <mc:Fallback>
                <p:oleObj name="" r:id="rId3" imgW="647700" imgH="203200" progId="Equation.DSMT4">
                  <p:embed/>
                  <p:pic>
                    <p:nvPicPr>
                      <p:cNvPr id="0" name="图片 3144"/>
                      <p:cNvPicPr/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>
                      <a:xfrm>
                        <a:off x="7596188" y="4508500"/>
                        <a:ext cx="1368425" cy="42862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2" name="Object 4"/>
          <p:cNvGraphicFramePr>
            <a:graphicFrameLocks noChangeAspect="1"/>
          </p:cNvGraphicFramePr>
          <p:nvPr>
            <p:ph sz="quarter" idx="3"/>
          </p:nvPr>
        </p:nvGraphicFramePr>
        <p:xfrm>
          <a:off x="4572000" y="3573463"/>
          <a:ext cx="760413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1" name="" r:id="rId5" imgW="355600" imgH="203200" progId="Equation.DSMT4">
                  <p:embed/>
                </p:oleObj>
              </mc:Choice>
              <mc:Fallback>
                <p:oleObj name="" r:id="rId5" imgW="355600" imgH="203200" progId="Equation.DSMT4">
                  <p:embed/>
                  <p:pic>
                    <p:nvPicPr>
                      <p:cNvPr id="0" name="图片 3150"/>
                      <p:cNvPicPr/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>
                      <a:xfrm>
                        <a:off x="4572000" y="3573463"/>
                        <a:ext cx="760413" cy="43497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7413" name="Picture 5"/>
          <p:cNvPicPr>
            <a:picLocks noChangeAspect="1"/>
          </p:cNvPicPr>
          <p:nvPr>
            <p:ph type="body"/>
          </p:nvPr>
        </p:nvPicPr>
        <p:blipFill>
          <a:blip r:embed="rId7"/>
          <a:srcRect/>
          <a:stretch>
            <a:fillRect/>
          </a:stretch>
        </p:blipFill>
        <p:spPr>
          <a:xfrm>
            <a:off x="3851275" y="333375"/>
            <a:ext cx="4121150" cy="6048375"/>
          </a:xfrm>
          <a:ln/>
        </p:spPr>
      </p:pic>
      <p:graphicFrame>
        <p:nvGraphicFramePr>
          <p:cNvPr id="17414" name="Object 6"/>
          <p:cNvGraphicFramePr>
            <a:graphicFrameLocks noChangeAspect="1"/>
          </p:cNvGraphicFramePr>
          <p:nvPr>
            <p:ph sz="quarter" idx="4"/>
          </p:nvPr>
        </p:nvGraphicFramePr>
        <p:xfrm>
          <a:off x="644525" y="4365625"/>
          <a:ext cx="3035300" cy="169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6" name="" r:id="rId8" imgW="1384300" imgH="774700" progId="Equation.DSMT4">
                  <p:embed/>
                </p:oleObj>
              </mc:Choice>
              <mc:Fallback>
                <p:oleObj name="" r:id="rId8" imgW="1384300" imgH="774700" progId="Equation.DSMT4">
                  <p:embed/>
                  <p:pic>
                    <p:nvPicPr>
                      <p:cNvPr id="0" name="图片 3145"/>
                      <p:cNvPicPr/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>
                      <a:xfrm>
                        <a:off x="644525" y="4365625"/>
                        <a:ext cx="3035300" cy="169862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5" name="Object 7"/>
          <p:cNvGraphicFramePr>
            <a:graphicFrameLocks noChangeAspect="1"/>
          </p:cNvGraphicFramePr>
          <p:nvPr/>
        </p:nvGraphicFramePr>
        <p:xfrm>
          <a:off x="7596188" y="1196975"/>
          <a:ext cx="1368425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9" name="" r:id="rId10" imgW="647700" imgH="203200" progId="Equation.DSMT4">
                  <p:embed/>
                </p:oleObj>
              </mc:Choice>
              <mc:Fallback>
                <p:oleObj name="" r:id="rId10" imgW="647700" imgH="203200" progId="Equation.DSMT4">
                  <p:embed/>
                  <p:pic>
                    <p:nvPicPr>
                      <p:cNvPr id="0" name="图片 314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596188" y="1196975"/>
                        <a:ext cx="1368425" cy="4302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6" name="Object 8"/>
          <p:cNvGraphicFramePr>
            <a:graphicFrameLocks noChangeAspect="1"/>
          </p:cNvGraphicFramePr>
          <p:nvPr/>
        </p:nvGraphicFramePr>
        <p:xfrm>
          <a:off x="466725" y="604838"/>
          <a:ext cx="3024188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7" name="" r:id="rId11" imgW="1155700" imgH="203200" progId="Equation.DSMT4">
                  <p:embed/>
                </p:oleObj>
              </mc:Choice>
              <mc:Fallback>
                <p:oleObj name="" r:id="rId11" imgW="1155700" imgH="203200" progId="Equation.DSMT4">
                  <p:embed/>
                  <p:pic>
                    <p:nvPicPr>
                      <p:cNvPr id="0" name="图片 3146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66725" y="604838"/>
                        <a:ext cx="3024188" cy="523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7" name="Object 6"/>
          <p:cNvGraphicFramePr>
            <a:graphicFrameLocks noChangeAspect="1"/>
          </p:cNvGraphicFramePr>
          <p:nvPr/>
        </p:nvGraphicFramePr>
        <p:xfrm>
          <a:off x="609600" y="1500188"/>
          <a:ext cx="3090863" cy="169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8" name="" r:id="rId13" imgW="1409065" imgH="774065" progId="Equation.DSMT4">
                  <p:embed/>
                </p:oleObj>
              </mc:Choice>
              <mc:Fallback>
                <p:oleObj name="" r:id="rId13" imgW="1409065" imgH="774065" progId="Equation.DSMT4">
                  <p:embed/>
                  <p:pic>
                    <p:nvPicPr>
                      <p:cNvPr id="0" name="图片 3147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09600" y="1500188"/>
                        <a:ext cx="3090863" cy="1698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190</Words>
  <Application>WPS 演示</Application>
  <PresentationFormat>全屏显示(4:3)</PresentationFormat>
  <Paragraphs>50</Paragraphs>
  <Slides>15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76</vt:i4>
      </vt:variant>
      <vt:variant>
        <vt:lpstr>幻灯片标题</vt:lpstr>
      </vt:variant>
      <vt:variant>
        <vt:i4>15</vt:i4>
      </vt:variant>
    </vt:vector>
  </HeadingPairs>
  <TitlesOfParts>
    <vt:vector size="99" baseType="lpstr">
      <vt:lpstr>Arial</vt:lpstr>
      <vt:lpstr>宋体</vt:lpstr>
      <vt:lpstr>Wingdings</vt:lpstr>
      <vt:lpstr>Calibri</vt:lpstr>
      <vt:lpstr>Times New Roman</vt:lpstr>
      <vt:lpstr>微软雅黑</vt:lpstr>
      <vt:lpstr>Arial Unicode MS</vt:lpstr>
      <vt:lpstr>默认设计模板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WWW.YlmF.CoM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4-38</dc:title>
  <dc:creator>雨林木风</dc:creator>
  <cp:lastModifiedBy>WPS_1703547373</cp:lastModifiedBy>
  <cp:revision>29</cp:revision>
  <dcterms:created xsi:type="dcterms:W3CDTF">2012-11-26T07:44:29Z</dcterms:created>
  <dcterms:modified xsi:type="dcterms:W3CDTF">2026-09-09T09:47:53Z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360DEE096C5C47528C56D74899995C31_13</vt:lpwstr>
  </property>
  <property fmtid="{D5CDD505-2E9C-101B-9397-08002B2CF9AE}" pid="3" name="KSOProductBuildVer">
    <vt:lpwstr>2052-12.1.0.28043</vt:lpwstr>
  </property>
</Properties>
</file>